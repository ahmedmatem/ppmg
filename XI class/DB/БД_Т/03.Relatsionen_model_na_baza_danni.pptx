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Представете темата като продължение на уроците за създаване на база и типове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Прочетете целите и обяснете маршрута на часа.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Активирайте предходните знания: база, таблица и тип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Дайте определението и подчертайте, че „релация“ е математическият модел зад таблицата.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Свържете термините релация, кортеж и атрибут с познатите таблица, ред и колона.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Прочетете примерен ред и попитайте какъв тип данни е подходящ за всяка колона.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съпоставят термините с SQL представянето 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Уточнете, че редът на редовете не е гарантиран без ORDER BY и че клетката съдържа една стойност.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Разграничете кандидат-, първичен и алтернативен ключ. Източник: https://learn.microsoft.com/en-us/sql/relational-databases/tables/primary-and-foreign-key-constraints?view=sql-server-ver17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Сравнете PK и FK чрез въпросите „кой е записът?“ и „с кой запис е свързан?“. Източник: https://learn.microsoft.com/en-us/sql/relational-databases/tables/primary-and-foreign-key-constraints?view=sql-server-ver17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Обяснете родителска и дъщерна таблица. Източник: https://learn.microsoft.com/en-us/sql/relational-databases/tables/create-foreign-key-relationships?view=sql-server-ver17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Начертайте устно връзката Authors 1:N Books и проследете една стойност AuthorId.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Изпълнете или разчетете кода ред по ред в Query Editor. Източници: https://learn.microsoft.com/en-us/sql/t-sql/statements/create-table-transact-sql?view=sql-server-ver17, https://learn.microsoft.com/en-us/sql/relational-databases/tables/create-foreign-key-relationships?view=sql-server-ver17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Обяснете защо директна M:N връзка се заменя със свързваща таблица.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Сравнете трите кардиналности с по един реален пример.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Преведете изискванията за библиотека към таблици, колони и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Ако времето не стига за изпълнение, учениците записват командите като подготовка за практиката.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откриват грешката и предлагат корекция.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Анализирайте съставния ключ и двете връзки 1:N.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Изходен билет; съберете кратки устни отговори.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6660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Релационен модел на база данни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Таблици, ключове, връзки и референтна цялост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Разбирам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Как данните се представят чрез релации (таблици).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Разпознавам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Ред, колона, домейн, първичен и външен ключ.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Моделирам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Връзки 1:1, 1:N и M:N между таблици.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Основни понятия и ключове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Връзки, цялост и T-SQL пример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ВРЪЗКА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база данни към релационен модел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Организирана съвкупност от свързани данни.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Типове данни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Определят допустимите стойности във всяка колона.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Разделят предметната област на ясни обекти и факти.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698"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Предходни теми: БД и СУБД, типове данни, създаване и архивиране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Днес: логическата структура на базата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ОПРЕДЕЛЕНИЕ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е релационен модел?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Релационният модел представя данните като релации — таблици с редове и колони.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вид обект или факт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конкретен запис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една характеристика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ВРЪЗКА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свързва записи между таблици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ОСНОВНИ ПОНЯТИЯ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Езикът на релационния модел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Релация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Таблица, описваща множество еднотипни обекти.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Кортеж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ред — конкретен обект или факт.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Атрибут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Колона — характеристика с име и домейн.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ред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Students като релация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Таблица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541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описва ученици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Колони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9485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StudentId, Name, City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Ред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1741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 конкретен ученик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Домейн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594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допустими стойности за колона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Всеки ред следва една и съща структура, но съдържа различни стойности.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Термини и представяне в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Термин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таблицата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Роля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Релация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множество записи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Кортеж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ред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(12, 'Ива', 'Русе')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един обект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Атрибут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r>
              <a:rPr lang="bg-BG" sz="1600" dirty="0"/>
              <a:t>домейн</a:t>
            </a:r>
            <a:endParaRPr lang="en-GB" sz="1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058150" y="3590925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noGrp="1"/>
          </p:cNvSpPr>
          <p:nvPr/>
        </p:nvSpPr>
        <p:spPr>
          <a:xfrm>
            <a:off x="8982075" y="36576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Домейнът ограничава допустимите стойности на атрибута.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СВОЙСТВА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отличава една добра релация?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Една клетка — една стойност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стойностите са атомарни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Един домейн за колона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стойностите са от съвместим тип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Уникална идентификация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всеки ред се разпознава чрез ключ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8140"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Редът няма вграден ред на подреждане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за резултат използваме ORDER BY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Дублирани и многозначни данни затрудняват обработката.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КЛЮЧОВЕ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Ключът идентифицира ред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Кандидат-ключ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Минимална колона или комбинация, която уникално определя ред.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Първичен ключ (PK)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Избраният кандидат-ключ; уникален и без NULL.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Алтернативен ключ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Кандидат-ключ, който не е избран за първичен.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Пример: StudentId е удобен първичен ключ на Students.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7381"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Естествените данни като име обикновено не са достатъчно уникални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PK И FK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Първичен и външен ключ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KEY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идентифицира реда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Стойностите са уникални и не могат да бъдат NULL.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свързва таблиците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5238"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Стойността сочи към съществуващ ключ в друга таблица или е NULL, ако е разрешено.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8823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идентичност ↔ връзка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ЦЯЛОСТ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Референтната цялост пази връзките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Родителска таблица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Съдържа първичния или уникалния ключ.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Дъщерна таблица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57650" y="2305050"/>
            <a:ext cx="7048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Съдържа външния ключ към родителя.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Проверка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СУБД отказва стойност, която няма съответстващ родител.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 може книга да сочи към несъществуващ автор.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ЕДИН КЪМ МНОГО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Автор и неговите книги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Authors.ID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първичен ключ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Books.AuthorId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външен ключ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един автор → много книги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826"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Всяка книга има един AuthorId; един и същ AuthorId може да участва в много книги.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5176"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Това е най-често срещаната връзка в релационните бази.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Таблици с PRIMARY KEY и FOREIGN KEY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2261"/>
          </a:bodyPr>
          <a:lstStyle/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TABLE dbo.Authors (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AuthorId INT IDENTITY(1,1) PRIMARY KEY,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FullName NVARCHAR(100) NOT NULL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05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TABLE dbo.Books (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BookId INT IDENTITY(1,1) PRIMARY KEY,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Title NVARCHAR(150) NOT NULL,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AuthorId INT NOT NULL,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CONSTRAINT FK_Books_Authors FOREIGN KEY (AuthorId)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  REFERENCES dbo.Authors(AuthorId)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виждаме?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Authors се създава първа. Books пази AuthorId като външен ключ и така реализира връзка 1:N.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Първо се въвежда авторът, след това книга с неговия AuthorId.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МНОГО КЪМ МНОГО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Свързваща таблица за M:N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M:N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76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ученик изучава много дисциплини, а една дисциплина има много ученици.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76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Enrollments(StudentId, CourseId, EnrolledOn) свързва Students и Courses.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M:N се преобразува в две връзки 1:N чрез свързваща таблица.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ТИПОВЕ ВРЪЗКИ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Три основни кардиналности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към един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един към много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M:N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много към много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PK + UNIQUE FK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рядък специален случай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FK в страната 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напр. книги към автор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свързваща таблица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напр. записвания</a:t>
            </a:r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ПРОЕКТИРАНЕ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изискване към релационна схема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Изискване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Таблица/колона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Пазим автори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Authors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AuthorId PK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Пазим книги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BookId PK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Книга има автор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Books.AuthorId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FK към Authors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Име на автор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Authors.FullName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NVARCHAR(100) NOT NULL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Заглавие на книга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Books.Title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NVARCHAR(150) NOT 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Първо откриваме обектите, после атрибутите, ключовете и връзките.</a:t>
            </a:r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ПРАКТИЧЕСКИ МОСТ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Мини задача в Query Editor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Създайте база SchoolRelations и изпълнете USE.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Създайте Authors с първичен ключ.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Създайте Books с външен ключ към Authors.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Въведете 2 автори и 3 книги.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Опитайте книга с несъществуващ AuthorId.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Запишете как СУБД защитава референтната цялост.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грешки при моделиране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 като ключ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Две лица могат да имат еднакво име; изберете стабилен идентификатор.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Списък в една клетка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„Математика, БЕЛ“ нарушава атомарността и затруднява заявки.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Липсващ FOREIGN KEY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Колоната съществува, но СУБД не проверява връзката.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M:N без междинна таблица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Получават се повторения и трудно обновяване.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АНАЛИЗ НА СХЕМА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Students, Courses и Enrollments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508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Students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StudentId  PK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Name       NOT NULL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2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Courses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CourseId   PK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Title      NOT NULL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2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Enrollments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StudentId  PK, FK → Students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CourseId   PK, FK → Courses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EnrolledOn 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Прочетете модела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Съставният първичен ключ не допуска един ученик да бъде записан два пъти за една дисциплина.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Назовете връзките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Students 1:N Enrollments и Courses 1:N Enrollments.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439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Следващата практика превръща схемата в CREATE TABLE команди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Каква е разликата между ред и колона?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Какво гарантира PRIMARY KEY?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 FOREIGN KEY пази референтната цялост?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Къде поставяме FK при връзка 1:N?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Как представяме връзка M:N?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Следваща тема: въведение в SQL и основни команди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1707</Words>
  <Application>Microsoft Office PowerPoint</Application>
  <DocSecurity>0</DocSecurity>
  <PresentationFormat>Widescreen</PresentationFormat>
  <Paragraphs>312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2</cp:revision>
  <dcterms:created xsi:type="dcterms:W3CDTF">2026-09-30T07:11:28Z</dcterms:created>
  <dcterms:modified xsi:type="dcterms:W3CDTF">2026-09-30T07:47:51Z</dcterms:modified>
</cp:coreProperties>
</file>