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daa1ad4874ada" /><Relationship Type="http://schemas.openxmlformats.org/officeDocument/2006/relationships/extended-properties" Target="/docProps/app.xml" Id="R1e9bde8dca5f4816" /><Relationship Type="http://schemas.openxmlformats.org/officeDocument/2006/relationships/officeDocument" Target="/ppt/presentation.xml" Id="Rdf5261c617b646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eac4595a34892"/>
  </p:sldMasterIdLst>
  <p:notesMasterIdLst>
    <p:notesMasterId xmlns:r="http://schemas.openxmlformats.org/officeDocument/2006/relationships" r:id="Rfb959ab89dad4fec"/>
  </p:notesMasterIdLst>
  <p:sldIdLst>
    <p:sldId xmlns:r="http://schemas.openxmlformats.org/officeDocument/2006/relationships" id="256" r:id="R54a4b8d898244c09"/>
    <p:sldId xmlns:r="http://schemas.openxmlformats.org/officeDocument/2006/relationships" id="257" r:id="Rca1489bf91ea46e6"/>
    <p:sldId xmlns:r="http://schemas.openxmlformats.org/officeDocument/2006/relationships" id="258" r:id="Rfad933253a7446d5"/>
    <p:sldId xmlns:r="http://schemas.openxmlformats.org/officeDocument/2006/relationships" id="259" r:id="Rd1f1c8c38f1e415d"/>
    <p:sldId xmlns:r="http://schemas.openxmlformats.org/officeDocument/2006/relationships" id="260" r:id="Rd8c63d157efc44d0"/>
    <p:sldId xmlns:r="http://schemas.openxmlformats.org/officeDocument/2006/relationships" id="261" r:id="Rbca1982e13884ed8"/>
    <p:sldId xmlns:r="http://schemas.openxmlformats.org/officeDocument/2006/relationships" id="262" r:id="Rcf6dfe1b83524919"/>
    <p:sldId xmlns:r="http://schemas.openxmlformats.org/officeDocument/2006/relationships" id="263" r:id="Rdde39da27901476b"/>
    <p:sldId xmlns:r="http://schemas.openxmlformats.org/officeDocument/2006/relationships" id="264" r:id="Rb06be47debcc4f24"/>
    <p:sldId xmlns:r="http://schemas.openxmlformats.org/officeDocument/2006/relationships" id="265" r:id="R8541e892fc704828"/>
    <p:sldId xmlns:r="http://schemas.openxmlformats.org/officeDocument/2006/relationships" id="266" r:id="R08cbc76fef624e28"/>
    <p:sldId xmlns:r="http://schemas.openxmlformats.org/officeDocument/2006/relationships" id="267" r:id="R7ecf7a5e75524668"/>
    <p:sldId xmlns:r="http://schemas.openxmlformats.org/officeDocument/2006/relationships" id="268" r:id="R20050cd736bb4452"/>
    <p:sldId xmlns:r="http://schemas.openxmlformats.org/officeDocument/2006/relationships" id="269" r:id="Rf0c550f8dffb4c32"/>
    <p:sldId xmlns:r="http://schemas.openxmlformats.org/officeDocument/2006/relationships" id="270" r:id="Rc6b932711667438c"/>
    <p:sldId xmlns:r="http://schemas.openxmlformats.org/officeDocument/2006/relationships" id="271" r:id="R655cad9088a54b0a"/>
    <p:sldId xmlns:r="http://schemas.openxmlformats.org/officeDocument/2006/relationships" id="272" r:id="Rf8bc772e8d9e456c"/>
    <p:sldId xmlns:r="http://schemas.openxmlformats.org/officeDocument/2006/relationships" id="273" r:id="Rffe10f84165c466d"/>
    <p:sldId xmlns:r="http://schemas.openxmlformats.org/officeDocument/2006/relationships" id="274" r:id="Rc4b7047e3dbf4ce7"/>
    <p:sldId xmlns:r="http://schemas.openxmlformats.org/officeDocument/2006/relationships" id="275" r:id="R1450a8d238b94237"/>
    <p:sldId xmlns:r="http://schemas.openxmlformats.org/officeDocument/2006/relationships" id="276" r:id="R61c34d5e6aef4b63"/>
    <p:sldId xmlns:r="http://schemas.openxmlformats.org/officeDocument/2006/relationships" id="277" r:id="Ra49f3c591bc04210"/>
    <p:sldId xmlns:r="http://schemas.openxmlformats.org/officeDocument/2006/relationships" id="278" r:id="R04b4d7148acf43cf"/>
    <p:sldId xmlns:r="http://schemas.openxmlformats.org/officeDocument/2006/relationships" id="279" r:id="R47018e0b9ced4e1d"/>
    <p:sldId xmlns:r="http://schemas.openxmlformats.org/officeDocument/2006/relationships" id="280" r:id="R3d966f99728745b4"/>
    <p:sldId xmlns:r="http://schemas.openxmlformats.org/officeDocument/2006/relationships" id="281" r:id="R5d908eb958a94206"/>
    <p:sldId xmlns:r="http://schemas.openxmlformats.org/officeDocument/2006/relationships" id="282" r:id="Rf69186fd66014a2e"/>
    <p:sldId xmlns:r="http://schemas.openxmlformats.org/officeDocument/2006/relationships" id="283" r:id="R6b9b326eb0b1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d33fcb9f44849" /><Relationship Type="http://schemas.openxmlformats.org/officeDocument/2006/relationships/slideMaster" Target="/ppt/slideMasters/slideMaster1.xml" Id="R895eac4595a34892" /><Relationship Type="http://schemas.openxmlformats.org/officeDocument/2006/relationships/notesMaster" Target="/ppt/notesMasters/notesMaster1.xml" Id="Rfb959ab89dad4fec" /><Relationship Type="http://schemas.openxmlformats.org/officeDocument/2006/relationships/presProps" Target="/ppt/presProps.xml" Id="Ra80c5d05e17b44e4" /><Relationship Type="http://schemas.openxmlformats.org/officeDocument/2006/relationships/tableStyles" Target="/ppt/tableStyles.xml" Id="Re33cb70d811f442a" /><Relationship Type="http://schemas.openxmlformats.org/officeDocument/2006/relationships/slide" Target="/ppt/slides/slide1.xml" Id="R54a4b8d898244c09" /><Relationship Type="http://schemas.openxmlformats.org/officeDocument/2006/relationships/slide" Target="/ppt/slides/slide2.xml" Id="Rca1489bf91ea46e6" /><Relationship Type="http://schemas.openxmlformats.org/officeDocument/2006/relationships/slide" Target="/ppt/slides/slide3.xml" Id="Rfad933253a7446d5" /><Relationship Type="http://schemas.openxmlformats.org/officeDocument/2006/relationships/slide" Target="/ppt/slides/slide4.xml" Id="Rd1f1c8c38f1e415d" /><Relationship Type="http://schemas.openxmlformats.org/officeDocument/2006/relationships/slide" Target="/ppt/slides/slide5.xml" Id="Rd8c63d157efc44d0" /><Relationship Type="http://schemas.openxmlformats.org/officeDocument/2006/relationships/slide" Target="/ppt/slides/slide6.xml" Id="Rbca1982e13884ed8" /><Relationship Type="http://schemas.openxmlformats.org/officeDocument/2006/relationships/slide" Target="/ppt/slides/slide7.xml" Id="Rcf6dfe1b83524919" /><Relationship Type="http://schemas.openxmlformats.org/officeDocument/2006/relationships/slide" Target="/ppt/slides/slide8.xml" Id="Rdde39da27901476b" /><Relationship Type="http://schemas.openxmlformats.org/officeDocument/2006/relationships/slide" Target="/ppt/slides/slide9.xml" Id="Rb06be47debcc4f24" /><Relationship Type="http://schemas.openxmlformats.org/officeDocument/2006/relationships/slide" Target="/ppt/slides/slide10.xml" Id="R8541e892fc704828" /><Relationship Type="http://schemas.openxmlformats.org/officeDocument/2006/relationships/slide" Target="/ppt/slides/slide11.xml" Id="R08cbc76fef624e28" /><Relationship Type="http://schemas.openxmlformats.org/officeDocument/2006/relationships/slide" Target="/ppt/slides/slide12.xml" Id="R7ecf7a5e75524668" /><Relationship Type="http://schemas.openxmlformats.org/officeDocument/2006/relationships/slide" Target="/ppt/slides/slide13.xml" Id="R20050cd736bb4452" /><Relationship Type="http://schemas.openxmlformats.org/officeDocument/2006/relationships/slide" Target="/ppt/slides/slide14.xml" Id="Rf0c550f8dffb4c32" /><Relationship Type="http://schemas.openxmlformats.org/officeDocument/2006/relationships/slide" Target="/ppt/slides/slide15.xml" Id="Rc6b932711667438c" /><Relationship Type="http://schemas.openxmlformats.org/officeDocument/2006/relationships/slide" Target="/ppt/slides/slide16.xml" Id="R655cad9088a54b0a" /><Relationship Type="http://schemas.openxmlformats.org/officeDocument/2006/relationships/slide" Target="/ppt/slides/slide17.xml" Id="Rf8bc772e8d9e456c" /><Relationship Type="http://schemas.openxmlformats.org/officeDocument/2006/relationships/slide" Target="/ppt/slides/slide18.xml" Id="Rffe10f84165c466d" /><Relationship Type="http://schemas.openxmlformats.org/officeDocument/2006/relationships/slide" Target="/ppt/slides/slide19.xml" Id="Rc4b7047e3dbf4ce7" /><Relationship Type="http://schemas.openxmlformats.org/officeDocument/2006/relationships/slide" Target="/ppt/slides/slide20.xml" Id="R1450a8d238b94237" /><Relationship Type="http://schemas.openxmlformats.org/officeDocument/2006/relationships/slide" Target="/ppt/slides/slide21.xml" Id="R61c34d5e6aef4b63" /><Relationship Type="http://schemas.openxmlformats.org/officeDocument/2006/relationships/slide" Target="/ppt/slides/slide22.xml" Id="Ra49f3c591bc04210" /><Relationship Type="http://schemas.openxmlformats.org/officeDocument/2006/relationships/slide" Target="/ppt/slides/slide23.xml" Id="R04b4d7148acf43cf" /><Relationship Type="http://schemas.openxmlformats.org/officeDocument/2006/relationships/slide" Target="/ppt/slides/slide24.xml" Id="R47018e0b9ced4e1d" /><Relationship Type="http://schemas.openxmlformats.org/officeDocument/2006/relationships/slide" Target="/ppt/slides/slide25.xml" Id="R3d966f99728745b4" /><Relationship Type="http://schemas.openxmlformats.org/officeDocument/2006/relationships/slide" Target="/ppt/slides/slide26.xml" Id="R5d908eb958a94206" /><Relationship Type="http://schemas.openxmlformats.org/officeDocument/2006/relationships/slide" Target="/ppt/slides/slide27.xml" Id="Rf69186fd66014a2e" /><Relationship Type="http://schemas.openxmlformats.org/officeDocument/2006/relationships/slide" Target="/ppt/slides/slide28.xml" Id="R6b9b326eb0b1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adc407dee544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3373eda824995" /><Relationship Type="http://schemas.openxmlformats.org/officeDocument/2006/relationships/notesMaster" Target="/ppt/notesMasters/notesMaster1.xml" Id="R8d10033ed277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33683c70b41cc" /><Relationship Type="http://schemas.openxmlformats.org/officeDocument/2006/relationships/notesMaster" Target="/ppt/notesMasters/notesMaster1.xml" Id="Rb1c3da840cae44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1aab9547346c0" /><Relationship Type="http://schemas.openxmlformats.org/officeDocument/2006/relationships/notesMaster" Target="/ppt/notesMasters/notesMaster1.xml" Id="R86554e337eca4f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4979f174fc4c4f" /><Relationship Type="http://schemas.openxmlformats.org/officeDocument/2006/relationships/notesMaster" Target="/ppt/notesMasters/notesMaster1.xml" Id="R8969515912cd47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b00c0e82b45ac" /><Relationship Type="http://schemas.openxmlformats.org/officeDocument/2006/relationships/notesMaster" Target="/ppt/notesMasters/notesMaster1.xml" Id="Rd5818f00852941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4941b2239f405b" /><Relationship Type="http://schemas.openxmlformats.org/officeDocument/2006/relationships/notesMaster" Target="/ppt/notesMasters/notesMaster1.xml" Id="R6763a352c0ec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486b0f1a504753" /><Relationship Type="http://schemas.openxmlformats.org/officeDocument/2006/relationships/notesMaster" Target="/ppt/notesMasters/notesMaster1.xml" Id="R1cf7ac3953004c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bd2250088e4c73" /><Relationship Type="http://schemas.openxmlformats.org/officeDocument/2006/relationships/notesMaster" Target="/ppt/notesMasters/notesMaster1.xml" Id="R665ff964e50244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2c323a81ea4819" /><Relationship Type="http://schemas.openxmlformats.org/officeDocument/2006/relationships/notesMaster" Target="/ppt/notesMasters/notesMaster1.xml" Id="R94cdb812a24c4a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fe0a992b61402b" /><Relationship Type="http://schemas.openxmlformats.org/officeDocument/2006/relationships/notesMaster" Target="/ppt/notesMasters/notesMaster1.xml" Id="Rd1c23ffa0c4843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ed48a079e244ff" /><Relationship Type="http://schemas.openxmlformats.org/officeDocument/2006/relationships/notesMaster" Target="/ppt/notesMasters/notesMaster1.xml" Id="R3fe81ea1c5f542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c3837d91dd4bd6" /><Relationship Type="http://schemas.openxmlformats.org/officeDocument/2006/relationships/notesMaster" Target="/ppt/notesMasters/notesMaster1.xml" Id="Ree974a0fdb3440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98ea6ff94d41d4" /><Relationship Type="http://schemas.openxmlformats.org/officeDocument/2006/relationships/notesMaster" Target="/ppt/notesMasters/notesMaster1.xml" Id="Rf2d52278211a41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70e15eebc4500" /><Relationship Type="http://schemas.openxmlformats.org/officeDocument/2006/relationships/notesMaster" Target="/ppt/notesMasters/notesMaster1.xml" Id="R7973d56c40e24e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6720b4abbd4bf2" /><Relationship Type="http://schemas.openxmlformats.org/officeDocument/2006/relationships/notesMaster" Target="/ppt/notesMasters/notesMaster1.xml" Id="Re18117098a8040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dd0eb27b78456d" /><Relationship Type="http://schemas.openxmlformats.org/officeDocument/2006/relationships/notesMaster" Target="/ppt/notesMasters/notesMaster1.xml" Id="Rb95b91ea5e414b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75bb8d320c458c" /><Relationship Type="http://schemas.openxmlformats.org/officeDocument/2006/relationships/notesMaster" Target="/ppt/notesMasters/notesMaster1.xml" Id="R32b6a4b4b5f843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e536f40eef4cbb" /><Relationship Type="http://schemas.openxmlformats.org/officeDocument/2006/relationships/notesMaster" Target="/ppt/notesMasters/notesMaster1.xml" Id="Rc9318af4fc9840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8d8e85a69b4b58" /><Relationship Type="http://schemas.openxmlformats.org/officeDocument/2006/relationships/notesMaster" Target="/ppt/notesMasters/notesMaster1.xml" Id="Rea774fc624994f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4d2f40bb704625" /><Relationship Type="http://schemas.openxmlformats.org/officeDocument/2006/relationships/notesMaster" Target="/ppt/notesMasters/notesMaster1.xml" Id="R65a3e4b642284c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3e9443db014137" /><Relationship Type="http://schemas.openxmlformats.org/officeDocument/2006/relationships/notesMaster" Target="/ppt/notesMasters/notesMaster1.xml" Id="R850b7fe7324946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45437fedb14528" /><Relationship Type="http://schemas.openxmlformats.org/officeDocument/2006/relationships/notesMaster" Target="/ppt/notesMasters/notesMaster1.xml" Id="R1b6debcb849b40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c0e9fde9b74914" /><Relationship Type="http://schemas.openxmlformats.org/officeDocument/2006/relationships/notesMaster" Target="/ppt/notesMasters/notesMaster1.xml" Id="R896f6ff17c6743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f225df1290e47d6" /><Relationship Type="http://schemas.openxmlformats.org/officeDocument/2006/relationships/notesMaster" Target="/ppt/notesMasters/notesMaster1.xml" Id="Rab47b45b8ce842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6a62cb88304d35" /><Relationship Type="http://schemas.openxmlformats.org/officeDocument/2006/relationships/notesMaster" Target="/ppt/notesMasters/notesMaster1.xml" Id="Rb674c420f55442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1a5b89ba2a4bfb" /><Relationship Type="http://schemas.openxmlformats.org/officeDocument/2006/relationships/notesMaster" Target="/ppt/notesMasters/notesMaster1.xml" Id="Rf7bf6a1b830143a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90f1a0532f4309" /><Relationship Type="http://schemas.openxmlformats.org/officeDocument/2006/relationships/notesMaster" Target="/ppt/notesMasters/notesMaster1.xml" Id="R836b5f885fe3452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704cfe903240f1" /><Relationship Type="http://schemas.openxmlformats.org/officeDocument/2006/relationships/notesMaster" Target="/ppt/notesMasters/notesMaster1.xml" Id="R54e6a0daff7b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  <a:p xmlns:a="http://schemas.openxmlformats.org/drawingml/2006/main">
            <a:r>
              <a:t>Целта е първата работеща база. Подгответе SDK, пакетите и SQL Server преди часа. Кодовите слайдове служат и за справка след демонстрацията.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предоставения SchoolLibraryMini.zip. Документация: https://learn.microsoft.com/en-us/ef/core/cli/powershell ; https://learn.microsoft.com/en-us/ef/core/modeling/relationships/one-to-many ; https://learn.microsoft.com/en-us/ef/core/modeling/entity-properties ; https://learn.microsoft.com/en-us/ef/core/what-is-new/ef-core-10.0/whatsnew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9d2ff269a49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261965c4a46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3436cd3bd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c5532b34649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d67bf423343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d3d71da96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A496B6-B38A-4D3D-AC6B-F7F6633949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24EC79-05A9-49E0-8A6A-6A9FA1D0FA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BC1CC3-2455-418A-AD51-15A835CBB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9B6396-8B65-4793-9B55-DAD2DE22D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7DBF1A-0B57-4CC8-B65F-0B5D47163D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F3E975-45C2-4C4A-9494-019F4C741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790A92-8915-4075-A380-2FA87D57C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CF552F-7A15-482D-8DB2-570B783410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33632F-427A-48A2-B989-94D9078FC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1DC4D9-6F7C-4189-B833-2CC3BA22B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3b0b8539d1473b" /><Relationship Type="http://schemas.openxmlformats.org/officeDocument/2006/relationships/slideLayout" Target="/ppt/slideLayouts/slideLayout1.xml" Id="R55dfda46f3ab497c" /><Relationship Type="http://schemas.openxmlformats.org/officeDocument/2006/relationships/slideLayout" Target="/ppt/slideLayouts/slideLayout2.xml" Id="R72ecd5c202db4fc1" /><Relationship Type="http://schemas.openxmlformats.org/officeDocument/2006/relationships/slideLayout" Target="/ppt/slideLayouts/slideLayout3.xml" Id="R0dc9712b561c4d1b" /><Relationship Type="http://schemas.openxmlformats.org/officeDocument/2006/relationships/slideLayout" Target="/ppt/slideLayouts/slideLayout4.xml" Id="R7f2e5b3375ec4e3a" /><Relationship Type="http://schemas.openxmlformats.org/officeDocument/2006/relationships/slideLayout" Target="/ppt/slideLayouts/slideLayout5.xml" Id="R26312b3c69d04b21" /><Relationship Type="http://schemas.openxmlformats.org/officeDocument/2006/relationships/slideLayout" Target="/ppt/slideLayouts/slideLayout6.xml" Id="R871a4cc56f2c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fda46f3ab497c"/>
    <p:sldLayoutId xmlns:r="http://schemas.openxmlformats.org/officeDocument/2006/relationships" id="2147483650" r:id="R72ecd5c202db4fc1"/>
    <p:sldLayoutId xmlns:r="http://schemas.openxmlformats.org/officeDocument/2006/relationships" id="2147483651" r:id="R0dc9712b561c4d1b"/>
    <p:sldLayoutId xmlns:r="http://schemas.openxmlformats.org/officeDocument/2006/relationships" id="2147483652" r:id="R7f2e5b3375ec4e3a"/>
    <p:sldLayoutId xmlns:r="http://schemas.openxmlformats.org/officeDocument/2006/relationships" id="2147483653" r:id="R26312b3c69d04b21"/>
    <p:sldLayoutId xmlns:r="http://schemas.openxmlformats.org/officeDocument/2006/relationships" id="2147483654" r:id="R871a4cc56f2c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b32c283de4d2b" /><Relationship Type="http://schemas.openxmlformats.org/officeDocument/2006/relationships/notesSlide" Target="/ppt/notesSlides/notesSlide1.xml" Id="R8fe18d9301a7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2470f62604a66" /><Relationship Type="http://schemas.openxmlformats.org/officeDocument/2006/relationships/notesSlide" Target="/ppt/notesSlides/notesSlide2.xml" Id="R982469746bc9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4de032f03440f" /><Relationship Type="http://schemas.openxmlformats.org/officeDocument/2006/relationships/notesSlide" Target="/ppt/notesSlides/notesSlide3.xml" Id="Rc3c0d341d6d546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382bd849b49fb" /><Relationship Type="http://schemas.openxmlformats.org/officeDocument/2006/relationships/notesSlide" Target="/ppt/notesSlides/notesSlide4.xml" Id="Rbec229a47b9c41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caa622ced4f57" /><Relationship Type="http://schemas.openxmlformats.org/officeDocument/2006/relationships/notesSlide" Target="/ppt/notesSlides/notesSlide5.xml" Id="R0dee01624105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0f8baaab7444e" /><Relationship Type="http://schemas.openxmlformats.org/officeDocument/2006/relationships/notesSlide" Target="/ppt/notesSlides/notesSlide6.xml" Id="R49ed3eaa44d94a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0d3167e664edf" /><Relationship Type="http://schemas.openxmlformats.org/officeDocument/2006/relationships/notesSlide" Target="/ppt/notesSlides/notesSlide7.xml" Id="R414a7d5defb04e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352261cd24931" /><Relationship Type="http://schemas.openxmlformats.org/officeDocument/2006/relationships/notesSlide" Target="/ppt/notesSlides/notesSlide8.xml" Id="R9a9ae7ece52c44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9f0616d344f61" /><Relationship Type="http://schemas.openxmlformats.org/officeDocument/2006/relationships/notesSlide" Target="/ppt/notesSlides/notesSlide9.xml" Id="R7459a41be92948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5ff6bf36d4742" /><Relationship Type="http://schemas.openxmlformats.org/officeDocument/2006/relationships/notesSlide" Target="/ppt/notesSlides/notesSlide10.xml" Id="Rdea38d44bc9042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e924ff53041fa" /><Relationship Type="http://schemas.openxmlformats.org/officeDocument/2006/relationships/notesSlide" Target="/ppt/notesSlides/notesSlide11.xml" Id="Ra898504142a444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1c49ce54d488f" /><Relationship Type="http://schemas.openxmlformats.org/officeDocument/2006/relationships/notesSlide" Target="/ppt/notesSlides/notesSlide12.xml" Id="Re0ffe68dfa3341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6b148b25c4ed0" /><Relationship Type="http://schemas.openxmlformats.org/officeDocument/2006/relationships/notesSlide" Target="/ppt/notesSlides/notesSlide13.xml" Id="R89f9ced6d6614c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5f77be0994d97" /><Relationship Type="http://schemas.openxmlformats.org/officeDocument/2006/relationships/notesSlide" Target="/ppt/notesSlides/notesSlide14.xml" Id="R8f1a39fa25ae40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34f30dcb34220" /><Relationship Type="http://schemas.openxmlformats.org/officeDocument/2006/relationships/notesSlide" Target="/ppt/notesSlides/notesSlide15.xml" Id="R08bb9f34d8d242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c81d21db04ba4" /><Relationship Type="http://schemas.openxmlformats.org/officeDocument/2006/relationships/notesSlide" Target="/ppt/notesSlides/notesSlide16.xml" Id="Re25d80ae76f24d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078260b1b444a" /><Relationship Type="http://schemas.openxmlformats.org/officeDocument/2006/relationships/notesSlide" Target="/ppt/notesSlides/notesSlide17.xml" Id="R42539b66ebd54f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b3c2cc1fd4b57" /><Relationship Type="http://schemas.openxmlformats.org/officeDocument/2006/relationships/notesSlide" Target="/ppt/notesSlides/notesSlide18.xml" Id="Rcf26abf6c6684e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10145d4d74579" /><Relationship Type="http://schemas.openxmlformats.org/officeDocument/2006/relationships/notesSlide" Target="/ppt/notesSlides/notesSlide19.xml" Id="Rb1259503a1c848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0897f5253430b" /><Relationship Type="http://schemas.openxmlformats.org/officeDocument/2006/relationships/notesSlide" Target="/ppt/notesSlides/notesSlide20.xml" Id="Ra3e2123a37d546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173443bdb45cc" /><Relationship Type="http://schemas.openxmlformats.org/officeDocument/2006/relationships/notesSlide" Target="/ppt/notesSlides/notesSlide21.xml" Id="R7de33bf45c8247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af3f168fe49f6" /><Relationship Type="http://schemas.openxmlformats.org/officeDocument/2006/relationships/notesSlide" Target="/ppt/notesSlides/notesSlide22.xml" Id="R63c6e56549db407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16daf6dda4b41" /><Relationship Type="http://schemas.openxmlformats.org/officeDocument/2006/relationships/notesSlide" Target="/ppt/notesSlides/notesSlide23.xml" Id="R8479472fd35444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c8c665a174722" /><Relationship Type="http://schemas.openxmlformats.org/officeDocument/2006/relationships/notesSlide" Target="/ppt/notesSlides/notesSlide24.xml" Id="Rad9827a24ce543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f4205b2df4b0a" /><Relationship Type="http://schemas.openxmlformats.org/officeDocument/2006/relationships/notesSlide" Target="/ppt/notesSlides/notesSlide25.xml" Id="R615c9e1150d448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f8bfbe43b445a" /><Relationship Type="http://schemas.openxmlformats.org/officeDocument/2006/relationships/notesSlide" Target="/ppt/notesSlides/notesSlide26.xml" Id="R77fda1015fa54cd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3deb5eee14768" /><Relationship Type="http://schemas.openxmlformats.org/officeDocument/2006/relationships/notesSlide" Target="/ppt/notesSlides/notesSlide27.xml" Id="R97259e720531429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9074e8ebe4589" /><Relationship Type="http://schemas.openxmlformats.org/officeDocument/2006/relationships/notesSlide" Target="/ppt/notesSlides/notesSlide28.xml" Id="Ra716acc0de18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5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D1E56-E362-41DD-B30B-F21DEBE4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67D5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7D5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7D5C4"/>
                </a:solidFill>
                <a:latin typeface="DejaVu Sans"/>
                <a:ea typeface="DejaVu Sans"/>
                <a:cs typeface="DejaVu Sans"/>
              </a:rPr>
              <a:t>ИНТЕРНЕТ ПРОГРАМИРАНЕ РПП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1D1E1-E1EB-4CB5-B9FC-E33A829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База данни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 Code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80351-FEA9-48E4-9799-C6257AC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D4E0E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4E0E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4E0ED"/>
                </a:solidFill>
                <a:latin typeface="DejaVu Sans"/>
                <a:ea typeface="DejaVu Sans"/>
                <a:cs typeface="DejaVu Sans"/>
              </a:rPr>
              <a:t>SchoolLibraryMini</a:t>
            </a:r>
          </a:p>
          <a:p xmlns:a="http://schemas.openxmlformats.org/drawingml/2006/main">
            <a:pPr>
              <a:defRPr sz="2100" b="0">
                <a:solidFill>
                  <a:srgbClr val="D4E0E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4E0ED"/>
                </a:solidFill>
                <a:latin typeface="DejaVu Sans"/>
                <a:ea typeface="DejaVu Sans"/>
                <a:cs typeface="DejaVu Sans"/>
              </a:rPr>
              <a:t>Пътеводител за работа със собствен MVC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CEBF-1CE6-4047-B701-D7A8CDCF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A9BED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9BED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9BED4"/>
                </a:solidFill>
                <a:latin typeface="DejaVu Sans"/>
                <a:ea typeface="DejaVu Sans"/>
                <a:cs typeface="DejaVu Sans"/>
              </a:rPr>
              <a:t>Entity Framework Core и SQL Server</a:t>
            </a:r>
          </a:p>
          <a:p xmlns:a="http://schemas.openxmlformats.org/drawingml/2006/main">
            <a:pPr>
              <a:defRPr sz="1500" b="0">
                <a:solidFill>
                  <a:srgbClr val="A9BED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9BED4"/>
                </a:solidFill>
                <a:latin typeface="DejaVu Sans"/>
                <a:ea typeface="DejaVu Sans"/>
                <a:cs typeface="DejaVu Sans"/>
              </a:rPr>
              <a:t>Един учебен час, със справочни стъпки за самостоятелна работа</a:t>
            </a:r>
          </a:p>
        </p:txBody>
      </p:sp>
    </p:spTree>
    <p:extLst>
      <p:ext uri="{BB962C8B-B14F-4D97-AF65-F5344CB8AC3E}">
        <p14:creationId xmlns:p14="http://schemas.microsoft.com/office/powerpoint/2010/main" val="1891801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855A1-9934-4087-8973-4F9B0E16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ПЛАН ЗА 45 МИНУТИ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509FF-D239-4521-B3D5-F4872818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Резултатът от часа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F522F-970B-4BE8-8A51-F60BF681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36D5C-96FE-404E-B069-8EEAB007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5 минути: проверка на проекта, версиите и SQL 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E657E-AE73-4666-A76D-23A76CB4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10 минути: ключове и навигационни свойства в моделите.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FCC9B-FABA-4687-976D-30EDE27B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15 минути: LibraryDbContext и Fluent API конфигурация.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B422A-E7CB-4B5A-9C6C-DACA3FD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15 минути: връзка, миграция, база в SSMS и GitHub.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341FC-33CB-46F6-A75E-64D9AA5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 края: база с таблици, първични ключове и външни ключове.</a:t>
            </a:r>
          </a:p>
        </p:txBody>
      </p:sp>
    </p:spTree>
    <p:extLst>
      <p:ext uri="{BB962C8B-B14F-4D97-AF65-F5344CB8AC3E}">
        <p14:creationId xmlns:p14="http://schemas.microsoft.com/office/powerpoint/2010/main" val="708499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BD7D5-128C-4430-B740-ADB07F0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ОРИЕНТИР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FC49-0384-40BE-8F51-B659D8A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Code First и слоят за данни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A08D2-11C7-4B08-A6A0-F52236A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20D7D-1C87-4984-997F-9ED3A5DC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Класовете описват данните. Fluent API описва съхраняването и връзките.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CE512-3CD9-4C40-AB4B-7B8C2662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LibraryDbContext обединява моделите и конфигурацията за EF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6C9BD-6F3E-4235-9D22-C5175B1D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Add-Migration създава описание на промените в C# файлове.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1A9B4-85F2-4A01-9875-524641D1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Update-Database изпълнява промените в SQL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941DC-F80F-4C99-98A3-959D0627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Миграцията сама по себе си още не създава базата.</a:t>
            </a:r>
          </a:p>
        </p:txBody>
      </p:sp>
    </p:spTree>
    <p:extLst>
      <p:ext uri="{BB962C8B-B14F-4D97-AF65-F5344CB8AC3E}">
        <p14:creationId xmlns:p14="http://schemas.microsoft.com/office/powerpoint/2010/main" val="774493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E514F-334F-4CBD-9DD2-89E11CD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67003-2407-4BB1-AFF4-ED865107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Подготовка на решението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44600-A0AF-48ED-9AEA-2D8A039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F758D-9CD7-41D5-B18E-C1384CE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SchoolLibraryMini.Data: Entities, LibraryDbContext и Migrations.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4B4F1-0B80-4FC4-9A92-55F79341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SchollLibraryMini.Web: Program.cs и appsettings.json. Web има reference към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045D3-F94F-4B71-8682-74D89D1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За този пътеводител: двата проекта са net10.0 и използват EF Core 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97614-8FE1-4231-9DEB-9AA0B4D5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SQL Server е стартиран. Проверете връзката към .\SQLEXPRESS през SSMS.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66AD6-E8BD-46AD-BE08-CA89BDA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Името SchollLibraryMini.Web е от учителския проект. При вас използвайте своето.</a:t>
            </a:r>
          </a:p>
        </p:txBody>
      </p:sp>
    </p:spTree>
    <p:extLst>
      <p:ext uri="{BB962C8B-B14F-4D97-AF65-F5344CB8AC3E}">
        <p14:creationId xmlns:p14="http://schemas.microsoft.com/office/powerpoint/2010/main" val="1349978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BC6B8-6BA6-4BFE-9DD1-2DF2F48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D366D-9F8A-473D-A200-36ABCB0E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NuGet пакети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8067B-FA2E-4E05-9F90-C40FCEFB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80C3-A501-4FDA-A4CB-6317134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В Data: Microsoft.EntityFrameworkCore.SqlServer.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25AB7-446B-41D2-BC18-B2AEC01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В Web: Microsoft.EntityFrameworkCore.Design и Microsoft.EntityFrameworkCore.Tools.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3DB71-A683-4743-BC0A-FE7EA6D9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Visual Studio: Manage NuGet Packages. Изберете една и съща версия 10.0.x.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79DD7-2E7C-4260-9F08-2A06FC19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Проверете Installed и изпълнете Build Solution.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07B78-DCDA-44D2-95D5-34A7D03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При net8.0 използвайте съвместим EF Core 8. Не добавяйте EF Core 10 към net8.0.</a:t>
            </a:r>
          </a:p>
        </p:txBody>
      </p:sp>
    </p:spTree>
    <p:extLst>
      <p:ext uri="{BB962C8B-B14F-4D97-AF65-F5344CB8AC3E}">
        <p14:creationId xmlns:p14="http://schemas.microsoft.com/office/powerpoint/2010/main" val="1487987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1CDE1-C048-4A10-8DDB-196C5D84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9B2DE-5D27-452D-B8F1-86D2A6C3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Връзките в библиотеката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32B6-9262-438C-AF5C-B6E17770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E9884-4910-4556-9468-215C0D99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Author има много Books. Book има един Author.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43AE-B101-4195-8449-6E90EACD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Reader има много Loans. Loan има един Reader.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B480B-C70B-41DA-A650-68A187CD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Book има много Loans във времето. Loan има една Book.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7CF29-A07B-42D2-A203-444137BD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BookId е първичен ключ. AuthorId в Book е външен ключ към Author.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9E022-A598-4DC2-93AA-8EEF3A7E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Учебно опростяване: една книга има един автор. TotalCopies пази броя екземпляри.</a:t>
            </a:r>
          </a:p>
        </p:txBody>
      </p:sp>
    </p:spTree>
    <p:extLst>
      <p:ext uri="{BB962C8B-B14F-4D97-AF65-F5344CB8AC3E}">
        <p14:creationId xmlns:p14="http://schemas.microsoft.com/office/powerpoint/2010/main" val="2081045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94F40-E5D9-4849-B873-61639E08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3А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ECDD2-E517-4D63-A6AB-5B024E3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Моделът Author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227D-B545-4669-B55F-6A583C83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66CFF-FCB4-440A-A131-EE0D2A1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Data/Entities/Author.cs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73109-585D-4E55-9821-77651679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A5267-FF9B-4F37-BC99-58AD194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namespace SchoolLibraryMini.Data.Entities;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public class Author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AuthorId { get; set; }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string Name { get; set; } = string.Empty;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ICollection&lt;Book&gt; Books { get; set; }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= new List&lt;Book&gt;();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6DA42-8A4A-4F68-A683-EAC08E48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AuthorId идентифицира автора.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Books е навигационна колекция.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Тя позволява достъп до книгите на автора.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D3083-9789-4A89-9565-412375C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Включени са ImplicitUsings и Nullable, както в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047763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76145-2739-4396-AFEF-8D227ED5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3Б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A54BF-69D8-4521-B323-526243B0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Моделът 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5D76-7B7E-4CF1-BD13-BE41FDF7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EC36-D756-4C26-BB0E-E4352B77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Data/Entities/Book.cs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A610D-21D8-42FB-9F2F-C98E5765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6CB91-CB76-45CF-BC85-A9E8949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namespace SchoolLibraryMini.Data.Entities;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public class Book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BookId { get; set;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string Title { get; set; } = string.Empty;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string ISBN { get; set; } = string.Empty;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int PublicationYear { get; set;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int TotalCopies { get; set;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AuthorId { get; set;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Author Author { get; set; } = null!;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ICollection&lt;Loan&gt; Loans { get; set;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= new List&lt;Loan&gt;();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E5CBD-ED53-41DB-B816-D997607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Заменете старото string Author с AuthorId и Author.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PublicationYear вече е int, защото пазим година.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BookId остава PK.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714FA-D7A5-4D30-A076-34B7F83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AuthorId е колона. Author е навигационно свойство и не е отделна колона.</a:t>
            </a:r>
          </a:p>
        </p:txBody>
      </p:sp>
    </p:spTree>
    <p:extLst>
      <p:ext uri="{BB962C8B-B14F-4D97-AF65-F5344CB8AC3E}">
        <p14:creationId xmlns:p14="http://schemas.microsoft.com/office/powerpoint/2010/main" val="319479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F4D10-2E1D-4F2D-9CE7-C14C6BA0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3В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A0D8C-6AFD-4EA7-9541-461EF77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Моделът Reader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2FEC3-AC67-48EA-A97C-B9ED416B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F2335-EAA2-421D-B251-DF431457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Data/Entities/Reader.cs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9ED0C-1320-4846-84C8-E0AC28EE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9C793-6398-4516-A576-4BA00D8D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namespace SchoolLibraryMini.Data.Entities;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public class Reader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ReaderId { get; set; }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string FullName { get; set; } = string.Empty;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ICollection&lt;Loan&gt; Loans { get; set; }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= new List&lt;Loan&gt;();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D6840-1C2D-4E5E-811B-35607EF8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ReaderId идентифицира читателя.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Loans съдържа свързаните заемания.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Колекцията започва празна.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AA11E-9D96-4A91-B841-34705E78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Празна колекция означава, че читателят още няма заемания.</a:t>
            </a:r>
          </a:p>
        </p:txBody>
      </p:sp>
    </p:spTree>
    <p:extLst>
      <p:ext uri="{BB962C8B-B14F-4D97-AF65-F5344CB8AC3E}">
        <p14:creationId xmlns:p14="http://schemas.microsoft.com/office/powerpoint/2010/main" val="297073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2D1A5-6E8B-40F9-BED7-131EC76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3Г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29525-E739-4E8C-9188-DA8A253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Моделът Loan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DDBBE-7693-4BCE-B504-7B063EB6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A179E-4CD1-4B26-9134-E9D1540C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Data/Entities/Loan.cs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F4332-25AA-410B-9F9B-FB56B4C7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11615-294A-4169-B80D-3CF57C0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namespace SchoolLibraryMini.Data.Entities;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public class Loan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LoanId { get; set; }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DateTime LoanDate { get; set; }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DateTime? ReturnDate { get; set;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BookId { get; set; }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Book Book { get; set; } = null!;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Guid ReaderId { get; set; }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Reader Reader { get; set; } = null!;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38812-612C-46B6-936A-0FC7DEFE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BookId и ReaderId са външни ключове.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ReturnDate може да е NULL, докато книгата не е върната.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null! потиска предупреждение на C#.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A1E49-AE28-4092-B56C-CCA7C93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null! не зарежда обекта и не създава връзката. Връзката описваме с Fluent API.</a:t>
            </a:r>
          </a:p>
        </p:txBody>
      </p:sp>
    </p:spTree>
    <p:extLst>
      <p:ext uri="{BB962C8B-B14F-4D97-AF65-F5344CB8AC3E}">
        <p14:creationId xmlns:p14="http://schemas.microsoft.com/office/powerpoint/2010/main" val="1017309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935F4-9979-4C2C-BEEB-EE0433C5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93069-C7A7-4445-92FF-57A09F68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LibraryDbContext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AC978-47EC-42A3-8009-C0CB2B1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33C71-54C3-4FF0-BA56-BA06A13C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Data/LibraryDbContext.cs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910E6-113E-4EC2-ADEB-124F25A6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D51C9-6E15-4E8F-BD19-B877AFF9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using Microsoft.EntityFrameworkCore;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using SchoolLibraryMini.Data.Entities;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namespace SchoolLibraryMini.Data;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public class LibraryDbContext : DbContext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LibraryDbContext(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DbContextOptions&lt;LibraryDbContext&gt; options)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: base(options) {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DbSet&lt;Author&gt; Authors =&gt; Set&lt;Author&gt;();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DbSet&lt;Book&gt; Books =&gt; Set&lt;Book&gt;();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DbSet&lt;Reader&gt; Readers =&gt; Set&lt;Reader&gt;();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public DbSet&lt;Loan&gt; Loans =&gt; Set&lt;Loan&gt;();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// Добавете OnModelCreating от следващия слайд.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FA976-7122-425F-B057-1E9045A5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Контекстът представя сесия за работа с базата.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DbSet дава достъп до даден вид обекти.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Конструкторът получава настройките от Web.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A30CB-CBE4-40F5-8624-DBBAAB86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За собствен проект: сменете namespace, името на контекста и DbSet свойствата.</a:t>
            </a:r>
          </a:p>
        </p:txBody>
      </p:sp>
    </p:spTree>
    <p:extLst>
      <p:ext uri="{BB962C8B-B14F-4D97-AF65-F5344CB8AC3E}">
        <p14:creationId xmlns:p14="http://schemas.microsoft.com/office/powerpoint/2010/main" val="240166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04EA6-ABC3-49EF-92CA-F81C52C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4А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2194D-3A0C-49A9-A5CD-0D35DA0F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Място на Fluent API конфигурацията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66C5F-BE35-4CE5-A65B-CE6AB41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8F487-BCC6-48C6-B190-1ACA1D8D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Вътре в класа LibraryDbContext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60889-CDDA-4167-A826-6F66323F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48494-C1AF-4073-9496-B698702D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protected override void OnModelCreating(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ModelBuilder modelBuilder)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base.OnModelCreating(modelBuilder);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// Тук поставете блоковете за: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// Author, Reader, Book и Loan.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// Те са показани на слайдове 13–16.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708FF-47D0-4C95-9A94-F4FEB2D7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Поставете метода след DbSet свойствата и преди последната скоба на класа.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Всички следващи блокове са вътре в този метод.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DC7E7-7A00-4B85-A135-D1192E6F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Не създавайте втори OnModelCreating. Съберете конфигурацията в един метод.</a:t>
            </a:r>
          </a:p>
        </p:txBody>
      </p:sp>
    </p:spTree>
    <p:extLst>
      <p:ext uri="{BB962C8B-B14F-4D97-AF65-F5344CB8AC3E}">
        <p14:creationId xmlns:p14="http://schemas.microsoft.com/office/powerpoint/2010/main" val="505904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AEA42-5E44-46C0-A926-64DCCD83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4Б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42EA4-E08D-4138-8569-97C34F0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Ключове и имена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F8B8D-1462-4D61-8DCF-C19D118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50992-CFF1-4250-ACEE-F3A1B9FE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 OnModelCreating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CD93E-699A-4EAC-B7FC-1C53900F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85EE7-4412-4C05-BB40-3266F41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modelBuilder.Entity&lt;Author&gt;(entity =&gt;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entity.HasKey(a =&gt; a.AuthorId);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entity.Property(a =&gt; a.Name)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.IsRequired()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.HasMaxLength(100);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modelBuilder.Entity&lt;Reader&gt;(entity =&gt;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entity.HasKey(r =&gt; r.ReaderId);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entity.Property(r =&gt; r.FullName)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.IsRequired()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.HasMaxLength(100);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E20B6-5979-49AA-B54C-518AEC0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HasKey определя PK.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IsRequired забранява NULL.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HasMaxLength ограничава дължината на колоната.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58F95-73A7-4436-9D17-7ADBFD4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Имената AuthorId и ReaderId се разпознават и по конвенция. Тук ги описваме изрично.</a:t>
            </a:r>
          </a:p>
        </p:txBody>
      </p:sp>
    </p:spTree>
    <p:extLst>
      <p:ext uri="{BB962C8B-B14F-4D97-AF65-F5344CB8AC3E}">
        <p14:creationId xmlns:p14="http://schemas.microsoft.com/office/powerpoint/2010/main" val="9328963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6EBE9-CFD0-4F43-8B1E-C9611D9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4В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FC7E0-7BE2-4DD5-AB4B-D96CB76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Полета и уникален ISBN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0D6ED-31A6-4D4D-A4F2-845EADF4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A8D08-5CBB-4B6B-A025-FAA5E02F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 OnModelCreating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AB5C1-C8B6-42C6-9350-23C5608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67090-E267-40F8-AE99-E9B4FC21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modelBuilder.Entity&lt;Book&gt;(entity =&gt;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entity.HasKey(b =&gt; b.BookId);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entity.Property(b =&gt; b.Title)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.IsRequired().HasMaxLength(200);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entity.Property(b =&gt; b.ISBN)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.IsRequired().HasMaxLength(20);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entity.HasIndex(b =&gt; b.ISBN).IsUnique();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// Тук добавете връзката от слайд 15.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3DFCB-AAB4-4DB6-986F-87902E1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BookId е PK.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Уникалният индекс забранява повторен ISBN.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int свойствата вече не допускат NULL по тип.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832D9-9680-432D-9314-5EA89352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При собствен проект задайте ограничения според условието, а не копие на ISBN.</a:t>
            </a:r>
          </a:p>
        </p:txBody>
      </p:sp>
    </p:spTree>
    <p:extLst>
      <p:ext uri="{BB962C8B-B14F-4D97-AF65-F5344CB8AC3E}">
        <p14:creationId xmlns:p14="http://schemas.microsoft.com/office/powerpoint/2010/main" val="10231378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DEAF7-6184-4EC3-BB74-B09C2E3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4Г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CAAD1-32C7-4A43-80CD-1656E839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AuthorId като външен ключ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2DBAF-FB58-4837-8EFB-ACE9FA2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0903A-070B-4F74-B229-2455B1BD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Вътре в блока Entity&lt;Book&gt; от слайд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1DB7D-DF3E-4CEF-A110-C7643FC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C2E90-535A-42EF-A7FA-7BB6063F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entity.HasOne(b =&gt; b.Author)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.WithMany(a =&gt; a.Books)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.HasForeignKey(b =&gt; b.AuthorId)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.OnDelete(DeleteBehavior.Restrict);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D4314-3016-4943-8801-5716D70D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HasOne: книгата има един автор.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WithMany: авторът има много книги.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HasForeignKey: колоната AuthorId.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Restrict пази зависимите записи.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554DD-A4FC-474D-BBB0-CBAD17CB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Не може да изтрием автор, докато към него има книги.</a:t>
            </a:r>
          </a:p>
        </p:txBody>
      </p:sp>
    </p:spTree>
    <p:extLst>
      <p:ext uri="{BB962C8B-B14F-4D97-AF65-F5344CB8AC3E}">
        <p14:creationId xmlns:p14="http://schemas.microsoft.com/office/powerpoint/2010/main" val="20159323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6A55C-8BD0-4983-80BE-64B3FC78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4Д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0B9B3-F930-421D-8004-87B63B8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Заемания и две връзки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41114-AE79-4AC3-AC07-03487C90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039C8-0042-4F8F-AFB7-22981AFC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 OnModelCreating, след блока за 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18313-3176-49D5-B9F7-13605A5D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D8981-150E-4000-9D9C-276AFFA1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modelBuilder.Entity&lt;Loan&gt;(entity =&gt;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entity.HasKey(l =&gt; l.LoanId);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entity.Property(l =&gt; l.LoanDate).IsRequired();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entity.Property(l =&gt; l.ReturnDate).IsRequired(false);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entity.HasOne(l =&gt; l.Book)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.WithMany(b =&gt; b.Loans)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.HasForeignKey(l =&gt; l.BookId)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.OnDelete(DeleteBehavior.Restrict);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entity.HasOne(l =&gt; l.Reader)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.WithMany(r =&gt; r.Loans)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.HasForeignKey(l =&gt; l.ReaderId)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.OnDelete(DeleteBehavior.Restrict);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DDD91-B616-4DD7-B678-77AF4971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Loan сочи към Book и Reader.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Външните ключове са задължителни Guid свойства.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Не изтриваме книга или читател с история на заеманията.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46A96-CC98-45B1-9E11-563DFA55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След този блок затворете OnModelCreating и класа, както в скелета.</a:t>
            </a:r>
          </a:p>
        </p:txBody>
      </p:sp>
    </p:spTree>
    <p:extLst>
      <p:ext uri="{BB962C8B-B14F-4D97-AF65-F5344CB8AC3E}">
        <p14:creationId xmlns:p14="http://schemas.microsoft.com/office/powerpoint/2010/main" val="2421205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C3078-EA56-4469-82F8-01E5C4BE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ПРОВЕРКА ПРЕДИ МИГРАЦИЯТА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03410-3FF9-4D58-9A12-D071D6B3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Ограничения и бизнес правила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AE611-9D2B-4D46-841E-ADEAFAD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86722-ADA4-4D00-B83F-D27D3782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IsRequired означава „без NULL“. Не означава „положително“ или „непразен текст“.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FF587-F84C-44E3-82B9-AAC93E5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Правила като TotalCopies &gt; 0 се проверяват отделно в приложението.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21AE6-395D-405E-9D27-19879905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HasMaxLength и уникалният индекс създават ограничения в базата.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6701D-EE64-4EF5-B512-9B3EDCDE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Промяна само на Fluent API кода още не обновява създадена база.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A6A08-AF16-406F-8840-4B801C8D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Днес създаваме структурата. Въвеждането и проверката на данни продължават по-късно.</a:t>
            </a:r>
          </a:p>
        </p:txBody>
      </p:sp>
    </p:spTree>
    <p:extLst>
      <p:ext uri="{BB962C8B-B14F-4D97-AF65-F5344CB8AC3E}">
        <p14:creationId xmlns:p14="http://schemas.microsoft.com/office/powerpoint/2010/main" val="11255865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DB77-B252-4986-BAD8-F05C87EA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881FA-DC3C-4070-AF28-1FA9BA8C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Връзка към SQL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3F077-45C7-4AD6-9688-37DFD893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175F4-2247-4749-B7CB-B41B7CD8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Web/appsettings.json, добавете в основния JSON обект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747BE-9E91-4F37-8D72-40908B39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E1449-29C7-46EB-99B4-BDAC5200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"ConnectionStrings": {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"DefaultConnection":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"Server=.\\SQLEXPRESS;Database=SchoolLibraryMini;Trusted_Connection=True;TrustServerCertificate=True"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87A72-BCFD-4132-BE86-C67C05DD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Запазете Logging и AllowedHosts.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Добавете запетая между основните секции.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При вас сменете Database с името на собствения проект.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0E0F-A693-4073-8156-EBDCA5E7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 JSON обратната наклонена черта се записва двойно. Примерът е за локална учебна среда.</a:t>
            </a:r>
          </a:p>
        </p:txBody>
      </p:sp>
    </p:spTree>
    <p:extLst>
      <p:ext uri="{BB962C8B-B14F-4D97-AF65-F5344CB8AC3E}">
        <p14:creationId xmlns:p14="http://schemas.microsoft.com/office/powerpoint/2010/main" val="13038054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F7A6D-0078-4E94-8531-C153A51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935AB-E3A1-4943-8A9B-AC5991B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Регистрация на контекста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02FB0-C3AF-47EF-AEBF-73EBE8D0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0A999-AE4A-4209-9537-F732C4F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Web/Program.cs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443F5-6A10-4977-A28A-286FC14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4C3FA-6BE3-44D6-884A-4E1EDC8F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using Microsoft.EntityFrameworkCore;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using SchoolLibraryMini.Data;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В Main, след създаването на builder: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builder.Services.AddControllersWithViews();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builder.Services.AddDbContext&lt;LibraryDbContext&gt;(options =&gt;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options.UseSqlServer(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builder.Configuration.GetConnectionString(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      "DefaultConnection")));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var app = builder.Build();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// Останалият pipeline остава след Build().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2621E-BB00-47FE-BC4E-42E71B2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Добавете using в началото на файла.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AddDbContext трябва да е преди Build().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Запазете съществуващия MVC ред.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F6CE2-7AD0-4619-AE3C-CB7C4BF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DefaultConnection трябва да съвпада с ключа в appsettings.json.</a:t>
            </a:r>
          </a:p>
        </p:txBody>
      </p:sp>
    </p:spTree>
    <p:extLst>
      <p:ext uri="{BB962C8B-B14F-4D97-AF65-F5344CB8AC3E}">
        <p14:creationId xmlns:p14="http://schemas.microsoft.com/office/powerpoint/2010/main" val="182620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C7279-C04E-4B35-90DB-29672D7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44607-F29F-4B4F-B76F-70E8BECF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Готовност за миграцията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56C2A-6286-47B5-BB67-9EDAA6A1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2978A-CC12-4587-BEAC-5A6A3C0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Build Solution завършва без грешки.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18ED6-4986-49BD-93FC-5B97F4D8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Web има ProjectReference към Data и регистриран LibraryDbContext.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0716-188E-464F-9BEB-A595B8A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Моделите съдържат всички свойства, използвани във Fluent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55D60-FE98-4D41-801D-7E88B08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Проверени са SQL Server инстанцията и името на базата.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8470A-8C32-400A-B48B-ECC20251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NuGet пакетите трябва да са възстановени. При грешка поправете първата причина.</a:t>
            </a:r>
          </a:p>
        </p:txBody>
      </p:sp>
    </p:spTree>
    <p:extLst>
      <p:ext uri="{BB962C8B-B14F-4D97-AF65-F5344CB8AC3E}">
        <p14:creationId xmlns:p14="http://schemas.microsoft.com/office/powerpoint/2010/main" val="18141368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E3AA8-32F8-4B9D-9AD5-1797ADD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8E60A-D9E0-4B03-99ED-D3513804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Първа миграция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E632E-D6AF-4344-A88F-757369D7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16A02-A1EF-459C-8131-1F31A81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Visual Studio: Tools &gt; NuGet Package Manager &gt; Package Manager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F6D4F-45A8-4211-AE6F-034AEF7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6F9DC-915A-4BAA-A949-596223A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Add-Migration InitialCreate -Project SchoolLibraryMini.Data -StartupProject SchollLibraryMini.Web -Context LibraryDbContext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1BED4-88CE-4869-8FB5-27D38A47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82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Командата е един 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-Project: къде да се запишат миграциите.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-StartupProject: откъде се зареждат настройките.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-Context: кой контекст използваме.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41720-4925-43E5-9A9B-082FE314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Заменете трите имена със своите. Това е Package Manager Console, а не обикновен терминал.</a:t>
            </a:r>
          </a:p>
        </p:txBody>
      </p:sp>
    </p:spTree>
    <p:extLst>
      <p:ext uri="{BB962C8B-B14F-4D97-AF65-F5344CB8AC3E}">
        <p14:creationId xmlns:p14="http://schemas.microsoft.com/office/powerpoint/2010/main" val="14185798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0AA20-107E-4A43-AE2E-718564A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CD4B2-F1F6-4F29-AEB4-1059A43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Преглед на миграцията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A93A5-684A-4611-A5FC-9F0FED0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BBD1A-2FC5-435F-8905-81F6C2BD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В Data се появява Migrations с миграция InitialCreate и model snapshot.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2783B-9907-49BC-9C1D-AFFD329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В Up() очакваме таблици Authors, Books, Readers и Loans.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AF226-4B05-4D8C-B8A2-6FDFE0E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Проверете PK, AuthorId, BookId, ReaderId и уникалния индекс за ISBN.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B21AC-720C-40BD-ADBE-C853B76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Down() описва обратните действия. Snapshot пази модела за следващите сравнения.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4B6EB-1151-4F5F-B1D7-09183F85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Прочетете генерирания код преди Update-Database. EF сравнява модела със snapshot.</a:t>
            </a:r>
          </a:p>
        </p:txBody>
      </p:sp>
    </p:spTree>
    <p:extLst>
      <p:ext uri="{BB962C8B-B14F-4D97-AF65-F5344CB8AC3E}">
        <p14:creationId xmlns:p14="http://schemas.microsoft.com/office/powerpoint/2010/main" val="1549597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284F9-E3F5-47DC-8E84-FC47E73C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79F6B-D717-41D6-AF55-A1739AC8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Създаване на базата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1483E-84DA-475A-976A-5CF60431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C11A0-4EBA-4965-948B-13F79B17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 същата Package Manager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3F80D-D420-4B99-ABAF-5C65239D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8096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B985B-BD72-49BE-AC9A-7D65C2B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715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Update-Database -Project SchoolLibraryMini.Data -StartupProject SchollLibraryMini.Web -Context LibraryDbContext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60D38-3946-4C9A-A7F0-49A37BB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6098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Командата е един 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EF се свързва със SQL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Създава базата при нужда и необходимите права.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Прилага чакащите миграции.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E6261-1D56-4498-B8F3-1F5A0FB8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Очаквайте успешно приключване. При проблем с връзката проверете Server в connection string.</a:t>
            </a:r>
          </a:p>
        </p:txBody>
      </p:sp>
    </p:spTree>
    <p:extLst>
      <p:ext uri="{BB962C8B-B14F-4D97-AF65-F5344CB8AC3E}">
        <p14:creationId xmlns:p14="http://schemas.microsoft.com/office/powerpoint/2010/main" val="12703821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2FA7B-7CE3-4490-AF89-1B14CDA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B7795-2548-4002-A09F-278462C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Проверка в SSMS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792C2-D12E-4FEB-94B9-27ABF2D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763C7-BFED-466C-8173-EE86479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Свържете се към същата инстанция. Databases &gt; Refresh &gt; SchoolLibraryMini.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DF7D3-BB2B-486B-AFDA-6FE0A8DF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Tables: Authors, Books, Readers, Loans и __EFMigrationsHistory.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0E8D4-5D58-4748-B071-DFF32B3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В Books &gt; Keys проверете PK и FK към Authors. В Loans проверете двата FK.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7F653-5535-4411-B143-244D350E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В Columns проверете дължините на текстовете и nullable ReturnDate.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28C44-F5C3-4502-8821-F752814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Базата още няма учебни записи. Празните таблици са очакван резултат.</a:t>
            </a:r>
          </a:p>
        </p:txBody>
      </p:sp>
    </p:spTree>
    <p:extLst>
      <p:ext uri="{BB962C8B-B14F-4D97-AF65-F5344CB8AC3E}">
        <p14:creationId xmlns:p14="http://schemas.microsoft.com/office/powerpoint/2010/main" val="7444349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20E12-8356-4674-9966-F17881FC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ВАШИЯТ ВАРИАНТ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091C-D34B-4B64-A123-7FE65780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Приложение към индивидуалния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A6D15-8BE1-429D-9A43-304B1ED7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0D0DB-2112-47A8-BBBD-88F1BDE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Заменете Book с основния модел от своето условие и добавете DbSet за него.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26F9F-8E0B-4C8B-AD27-7C28A5A9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Задайте собствен PK, задължителни полета, дължини и нужни уникални индекси.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056A4-BE2F-4C01-A573-9D9197B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Добавяйте FK само ако проектът ви действително има свързани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6AE59-4A0F-4626-81D6-9A558184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Сменете имената на контекста, Data/Web проектите и базата в командите.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EB382-A76B-4EFF-AF2B-AB6DF12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Например MovieId е PK на Movie. Релации към нови модели се добавят по указание на учителя.</a:t>
            </a:r>
          </a:p>
        </p:txBody>
      </p:sp>
    </p:spTree>
    <p:extLst>
      <p:ext uri="{BB962C8B-B14F-4D97-AF65-F5344CB8AC3E}">
        <p14:creationId xmlns:p14="http://schemas.microsoft.com/office/powerpoint/2010/main" val="4813811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47036-02B2-459C-B6E2-F6204D78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СПРАВОЧНИК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48178-98C4-4D7C-9DDF-2C15127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Чести грешки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D8AA-F4DE-44EC-AC5C-E7728F57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9F5B9-1D92-426D-AB53-8938557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Add-Migration не е разпозната: проверете Tools пакета и Package Manager Console.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FEFA7-8027-4036-B0A2-BB3B5CEF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Unable to create DbContext: проверете конструктора, AddDbContext и startup проекта.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6F00A-F7E0-49B5-B353-306E1C1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Login failed / server not found: проверете инстанцията, услугата и правата.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665B8-21B4-4FC2-A7F0-F2BB94B8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Липсва таблица: проверете DbSet, избраната база и дали Update-Database е приключил.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95E02-2DAA-49BD-8C58-316CE4C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При съобщение за несъвместима версия проверете TargetFramework и всички EF пакети.</a:t>
            </a:r>
          </a:p>
        </p:txBody>
      </p:sp>
    </p:spTree>
    <p:extLst>
      <p:ext uri="{BB962C8B-B14F-4D97-AF65-F5344CB8AC3E}">
        <p14:creationId xmlns:p14="http://schemas.microsoft.com/office/powerpoint/2010/main" val="13052577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64B06-606E-4BB4-90D7-64EB2EB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СТЪПКА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C1CA3-800A-46F1-AA02-25A66E25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Контролна точка в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ABCC4-836B-486C-A75B-CD51E456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500B3-6116-482F-ABF5-B7DCA07A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Публикувайте моделите, LibraryDbContext, project файловете и Migrations.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55734-88E7-4C2C-835C-2D327D7B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README: версия на .NET, SQL Server инстанция и стъпки за Update-Database.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53D2E-2B45-4B6B-ABDC-44028EC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Примерен commit: Add EF Core context and initial migration.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BD86E-833D-4673-8181-8F45E9D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Не включвайте bin, obj, .vs и пароли. Използвайте .gitignore за .NET.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1FE4F-7FE4-4EF7-BB3B-F9A5EF07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Демонстрация: успешен build, приложена миграция и таблици с ключове в SSMS.</a:t>
            </a:r>
          </a:p>
        </p:txBody>
      </p:sp>
    </p:spTree>
    <p:extLst>
      <p:ext uri="{BB962C8B-B14F-4D97-AF65-F5344CB8AC3E}">
        <p14:creationId xmlns:p14="http://schemas.microsoft.com/office/powerpoint/2010/main" val="18459554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AA095-F39A-4527-BF65-223E2CCA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СПРАВОЧНИК ЗА СЛЕДВАЩ УРОК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2BACB-B955-46F8-908F-33E5A5C7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Следваща промяна по модела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499AD-C797-4070-8A98-95761A43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A2CE4-0F42-4840-B42E-13759DA4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253E"/>
                </a:solidFill>
                <a:latin typeface="DejaVu Sans"/>
                <a:ea typeface="DejaVu Sans"/>
                <a:cs typeface="DejaVu Sans"/>
              </a:rPr>
              <a:t>1. Променяме модела или Fluent API и компилираме.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F7928-9A1A-489E-9BCB-46594F0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2. Add-Migration с ново описателно име, например AddBookCategory.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B5178-A11F-4DA8-828B-BA76A7DF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3. Преглеждаме Up() и изпълняваме Update-Database.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A32E1-4BFD-4663-B1F9-39D7B74D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376"/>
                </a:solidFill>
                <a:latin typeface="DejaVu Sans"/>
                <a:ea typeface="DejaVu Sans"/>
                <a:cs typeface="DejaVu Sans"/>
              </a:rPr>
              <a:t>4. Проверяваме резултата и публикуваме миграцията в GitHub.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8589E-3038-4181-A8ED-EA0D5A66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8779"/>
                </a:solidFill>
                <a:latin typeface="DejaVu Sans"/>
                <a:ea typeface="DejaVu Sans"/>
                <a:cs typeface="DejaVu Sans"/>
              </a:rPr>
              <a:t>Запазваме историята на приложените миграции. Не използваме EnsureCreated за този workflow.</a:t>
            </a:r>
          </a:p>
        </p:txBody>
      </p:sp>
    </p:spTree>
    <p:extLst>
      <p:ext uri="{BB962C8B-B14F-4D97-AF65-F5344CB8AC3E}">
        <p14:creationId xmlns:p14="http://schemas.microsoft.com/office/powerpoint/2010/main" val="1271526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2026-10-15T18:34:39.4240000Z</dcterms:created>
  <dcterms:modified xsi:type="dcterms:W3CDTF">2026-10-15T18:34:39.4240000Z</dcterms:modified>
</coreProperties>
</file>