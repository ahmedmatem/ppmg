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e6bcce7184e1b" /><Relationship Type="http://schemas.openxmlformats.org/officeDocument/2006/relationships/extended-properties" Target="/docProps/app.xml" Id="R845c87876fd64346" /><Relationship Type="http://schemas.openxmlformats.org/officeDocument/2006/relationships/officeDocument" Target="/ppt/presentation.xml" Id="Rfa89089364d641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1520d0993c4d21"/>
  </p:sldMasterIdLst>
  <p:notesMasterIdLst>
    <p:notesMasterId xmlns:r="http://schemas.openxmlformats.org/officeDocument/2006/relationships" r:id="R6b6597ca3bbb47b4"/>
  </p:notesMasterIdLst>
  <p:sldIdLst>
    <p:sldId xmlns:r="http://schemas.openxmlformats.org/officeDocument/2006/relationships" id="256" r:id="R206b769a18bd49c2"/>
    <p:sldId xmlns:r="http://schemas.openxmlformats.org/officeDocument/2006/relationships" id="257" r:id="Rd8774be9e84d4260"/>
    <p:sldId xmlns:r="http://schemas.openxmlformats.org/officeDocument/2006/relationships" id="258" r:id="R4e7ddac8b96b4eb6"/>
    <p:sldId xmlns:r="http://schemas.openxmlformats.org/officeDocument/2006/relationships" id="259" r:id="R30897c610d7942c1"/>
    <p:sldId xmlns:r="http://schemas.openxmlformats.org/officeDocument/2006/relationships" id="260" r:id="R83556642c73f43f6"/>
    <p:sldId xmlns:r="http://schemas.openxmlformats.org/officeDocument/2006/relationships" id="261" r:id="R6fe50c0c3a35463e"/>
    <p:sldId xmlns:r="http://schemas.openxmlformats.org/officeDocument/2006/relationships" id="262" r:id="R66693b9413874a29"/>
    <p:sldId xmlns:r="http://schemas.openxmlformats.org/officeDocument/2006/relationships" id="263" r:id="Rd06ea36658a944a9"/>
    <p:sldId xmlns:r="http://schemas.openxmlformats.org/officeDocument/2006/relationships" id="264" r:id="R375bfc522c8341b1"/>
    <p:sldId xmlns:r="http://schemas.openxmlformats.org/officeDocument/2006/relationships" id="265" r:id="R357d64576bf64186"/>
    <p:sldId xmlns:r="http://schemas.openxmlformats.org/officeDocument/2006/relationships" id="266" r:id="R140626f2e4a84679"/>
    <p:sldId xmlns:r="http://schemas.openxmlformats.org/officeDocument/2006/relationships" id="267" r:id="R65de0719028148d1"/>
    <p:sldId xmlns:r="http://schemas.openxmlformats.org/officeDocument/2006/relationships" id="268" r:id="Red527a9283d743e7"/>
    <p:sldId xmlns:r="http://schemas.openxmlformats.org/officeDocument/2006/relationships" id="269" r:id="Rf0d4566d2bb94311"/>
    <p:sldId xmlns:r="http://schemas.openxmlformats.org/officeDocument/2006/relationships" id="270" r:id="Re43f926e029d450d"/>
    <p:sldId xmlns:r="http://schemas.openxmlformats.org/officeDocument/2006/relationships" id="271" r:id="R1fc5cf5baa7345e2"/>
    <p:sldId xmlns:r="http://schemas.openxmlformats.org/officeDocument/2006/relationships" id="272" r:id="R82d61995c46443d2"/>
    <p:sldId xmlns:r="http://schemas.openxmlformats.org/officeDocument/2006/relationships" id="273" r:id="R46a415856277451d"/>
    <p:sldId xmlns:r="http://schemas.openxmlformats.org/officeDocument/2006/relationships" id="274" r:id="R5c7a621c0ce14d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b237b52e5e42a0" /><Relationship Type="http://schemas.openxmlformats.org/officeDocument/2006/relationships/slideMaster" Target="/ppt/slideMasters/slideMaster1.xml" Id="R1a1520d0993c4d21" /><Relationship Type="http://schemas.openxmlformats.org/officeDocument/2006/relationships/notesMaster" Target="/ppt/notesMasters/notesMaster1.xml" Id="R6b6597ca3bbb47b4" /><Relationship Type="http://schemas.openxmlformats.org/officeDocument/2006/relationships/presProps" Target="/ppt/presProps.xml" Id="R822ce08a329f4983" /><Relationship Type="http://schemas.openxmlformats.org/officeDocument/2006/relationships/tableStyles" Target="/ppt/tableStyles.xml" Id="Rcf2ef021ccc14b98" /><Relationship Type="http://schemas.openxmlformats.org/officeDocument/2006/relationships/slide" Target="/ppt/slides/slide1.xml" Id="R206b769a18bd49c2" /><Relationship Type="http://schemas.openxmlformats.org/officeDocument/2006/relationships/slide" Target="/ppt/slides/slide2.xml" Id="Rd8774be9e84d4260" /><Relationship Type="http://schemas.openxmlformats.org/officeDocument/2006/relationships/slide" Target="/ppt/slides/slide3.xml" Id="R4e7ddac8b96b4eb6" /><Relationship Type="http://schemas.openxmlformats.org/officeDocument/2006/relationships/slide" Target="/ppt/slides/slide4.xml" Id="R30897c610d7942c1" /><Relationship Type="http://schemas.openxmlformats.org/officeDocument/2006/relationships/slide" Target="/ppt/slides/slide5.xml" Id="R83556642c73f43f6" /><Relationship Type="http://schemas.openxmlformats.org/officeDocument/2006/relationships/slide" Target="/ppt/slides/slide6.xml" Id="R6fe50c0c3a35463e" /><Relationship Type="http://schemas.openxmlformats.org/officeDocument/2006/relationships/slide" Target="/ppt/slides/slide7.xml" Id="R66693b9413874a29" /><Relationship Type="http://schemas.openxmlformats.org/officeDocument/2006/relationships/slide" Target="/ppt/slides/slide8.xml" Id="Rd06ea36658a944a9" /><Relationship Type="http://schemas.openxmlformats.org/officeDocument/2006/relationships/slide" Target="/ppt/slides/slide9.xml" Id="R375bfc522c8341b1" /><Relationship Type="http://schemas.openxmlformats.org/officeDocument/2006/relationships/slide" Target="/ppt/slides/slide10.xml" Id="R357d64576bf64186" /><Relationship Type="http://schemas.openxmlformats.org/officeDocument/2006/relationships/slide" Target="/ppt/slides/slide11.xml" Id="R140626f2e4a84679" /><Relationship Type="http://schemas.openxmlformats.org/officeDocument/2006/relationships/slide" Target="/ppt/slides/slide12.xml" Id="R65de0719028148d1" /><Relationship Type="http://schemas.openxmlformats.org/officeDocument/2006/relationships/slide" Target="/ppt/slides/slide13.xml" Id="Red527a9283d743e7" /><Relationship Type="http://schemas.openxmlformats.org/officeDocument/2006/relationships/slide" Target="/ppt/slides/slide14.xml" Id="Rf0d4566d2bb94311" /><Relationship Type="http://schemas.openxmlformats.org/officeDocument/2006/relationships/slide" Target="/ppt/slides/slide15.xml" Id="Re43f926e029d450d" /><Relationship Type="http://schemas.openxmlformats.org/officeDocument/2006/relationships/slide" Target="/ppt/slides/slide16.xml" Id="R1fc5cf5baa7345e2" /><Relationship Type="http://schemas.openxmlformats.org/officeDocument/2006/relationships/slide" Target="/ppt/slides/slide17.xml" Id="R82d61995c46443d2" /><Relationship Type="http://schemas.openxmlformats.org/officeDocument/2006/relationships/slide" Target="/ppt/slides/slide18.xml" Id="R46a415856277451d" /><Relationship Type="http://schemas.openxmlformats.org/officeDocument/2006/relationships/slide" Target="/ppt/slides/slide19.xml" Id="R5c7a621c0ce1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ee18f6f0de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fda2d8469f4263" /><Relationship Type="http://schemas.openxmlformats.org/officeDocument/2006/relationships/notesMaster" Target="/ppt/notesMasters/notesMaster1.xml" Id="Rafeb145e64b54e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4f71c1b0374026" /><Relationship Type="http://schemas.openxmlformats.org/officeDocument/2006/relationships/notesMaster" Target="/ppt/notesMasters/notesMaster1.xml" Id="Re278bb70dfee43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f965110c154184" /><Relationship Type="http://schemas.openxmlformats.org/officeDocument/2006/relationships/notesMaster" Target="/ppt/notesMasters/notesMaster1.xml" Id="Rf6009724c31140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a8e6e0e0d342d7" /><Relationship Type="http://schemas.openxmlformats.org/officeDocument/2006/relationships/notesMaster" Target="/ppt/notesMasters/notesMaster1.xml" Id="Rb966d281e1f44d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033f107c264c6f" /><Relationship Type="http://schemas.openxmlformats.org/officeDocument/2006/relationships/notesMaster" Target="/ppt/notesMasters/notesMaster1.xml" Id="R444c2f55a83c4e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8dc2113c6442c" /><Relationship Type="http://schemas.openxmlformats.org/officeDocument/2006/relationships/notesMaster" Target="/ppt/notesMasters/notesMaster1.xml" Id="Rd87dd9f35f6e41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e0dc5b76b043bf" /><Relationship Type="http://schemas.openxmlformats.org/officeDocument/2006/relationships/notesMaster" Target="/ppt/notesMasters/notesMaster1.xml" Id="R02ef3b0cbeca45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0db26431944ec" /><Relationship Type="http://schemas.openxmlformats.org/officeDocument/2006/relationships/notesMaster" Target="/ppt/notesMasters/notesMaster1.xml" Id="R8d92c6b9b063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74a7f1e26a43fa" /><Relationship Type="http://schemas.openxmlformats.org/officeDocument/2006/relationships/notesMaster" Target="/ppt/notesMasters/notesMaster1.xml" Id="Rbbdbe9c5070f42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db2af2bf374ce5" /><Relationship Type="http://schemas.openxmlformats.org/officeDocument/2006/relationships/notesMaster" Target="/ppt/notesMasters/notesMaster1.xml" Id="Rea1f507cea184d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73c1f70e94b07" /><Relationship Type="http://schemas.openxmlformats.org/officeDocument/2006/relationships/notesMaster" Target="/ppt/notesMasters/notesMaster1.xml" Id="R65982a7fd28f4b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d14b4e8b4449a4" /><Relationship Type="http://schemas.openxmlformats.org/officeDocument/2006/relationships/notesMaster" Target="/ppt/notesMasters/notesMaster1.xml" Id="R8ce1219b656f46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607bb0fc2f4772" /><Relationship Type="http://schemas.openxmlformats.org/officeDocument/2006/relationships/notesMaster" Target="/ppt/notesMasters/notesMaster1.xml" Id="R0699031a4d6d4e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9375b6ef3f4692" /><Relationship Type="http://schemas.openxmlformats.org/officeDocument/2006/relationships/notesMaster" Target="/ppt/notesMasters/notesMaster1.xml" Id="Rba80025c698448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08a277d179433b" /><Relationship Type="http://schemas.openxmlformats.org/officeDocument/2006/relationships/notesMaster" Target="/ppt/notesMasters/notesMaster1.xml" Id="R644e7e462f994d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daa9b6aba944fa" /><Relationship Type="http://schemas.openxmlformats.org/officeDocument/2006/relationships/notesMaster" Target="/ppt/notesMasters/notesMaster1.xml" Id="R3b23f7504d88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d9c34eb20b4b20" /><Relationship Type="http://schemas.openxmlformats.org/officeDocument/2006/relationships/notesMaster" Target="/ppt/notesMasters/notesMaster1.xml" Id="R786f4e2804824e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0482f042294cfa" /><Relationship Type="http://schemas.openxmlformats.org/officeDocument/2006/relationships/notesMaster" Target="/ppt/notesMasters/notesMaster1.xml" Id="Raa9b4e8df0d94d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c048a216524918" /><Relationship Type="http://schemas.openxmlformats.org/officeDocument/2006/relationships/notesMaster" Target="/ppt/notesMasters/notesMaster1.xml" Id="Reb116af1ea5e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Обяснете, че това е последната част за business слоя. Няма да добавяме нова функционалност, преди да докажем с тестове, че правилата от част 2 работят.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Направете връзка с разпределението: business слоят трябва да е стабилен, преди repositories и DbContext да започнат да го използват.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Подчертайте, че автоматизираният тест не е само проверка за оценка. Той документира правилото с конкретни входни данни и очакван резултат.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Разчетете AAA: Arrange, Act, Assert. Това ще бъде шаблонът за всички тестове в презентацията.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Ако constructor вече е създаден в част 1, сравнете го с този вариант. Целта е да не можем да създадем Book в невалидно начално състояние.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Изпълнете командите или покажете еквивалента във Visual Studio: Add New Project, xUnit Test Project, после Add Project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Разгледайте трите части на името. [Fact] означава един конкретен сценарий без параметри.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защо Assert.True и Assert.Equal проверяват различни аспекти. Не добавяйте прекалено много несвързани assertions в един тест.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Първото BorrowCopy изчерпва единственото копие. Второто е действието, което трябва да хвърли exception. Проверете и че state не е повреден.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Напомнете инварианта 0 ≤ AvailableCopies ≤ TotalCopies. Тестът доказва горната граница.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[Theory] изпълнява един тест с различни входни данни. Това е подходящо за гранични стойности около due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Тестът защитава жизнения цикъл на Loan. Веднъж приключено, заемането не трябва да се приключва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Напомнете разделението от част 2: Check само проверява. Промяната на state става след Allowed от координиращия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събирайте всички откази в един тест. Когато един сценарий се повреди, името на теста трябва веднага да показва кое правило е нарушено.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е важен принцип. DateTime.Now в business правило прави тестовете зависими от момента на изпълнение. Подаването на today е най-простото учебно решение.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Демонстрирайте малка промяна, например helper method за създаване на Book, после пуснете dotnet test отново.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Учениците могат да използват слайдовете като образец, но трябва да обяснят Arrange, Act и Assert в един избран тест.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Използвайте слайда като Definition of Done. Ако дадена точка не е изпълнена, business слоят още не е готов за следващия слой.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Завършете трите части: модели, правила и тестове. Подгответе учениците, че data слоят ще съхранява обектите, но няма да премества business правилата в SQL или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d101715c149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d4137b3e34f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2bcbc5cb148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0606a391044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2583cff344d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5f807a1cd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D21FB-1337-4BE8-8A1C-F70B4A926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D1CF35-118E-48FE-A1A1-7BA76C76C1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CE2088-1F81-4FCA-BCE4-0D4A820A2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C69CCE-A3D7-431D-B8BD-28BF0BAB0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510DAB-8708-4803-BD2A-8429DF153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08C642-2D77-4DE0-8D59-7C23A68601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A07920-D4B9-439A-B91A-8160DA80FA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9DA9C3-3E75-4716-9F9E-1F5EC8F72E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4467C1-841D-4CBA-8401-6A103D42B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7AB26C-5387-49D6-B8F9-3B06BC218A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49ae2882d048b7" /><Relationship Type="http://schemas.openxmlformats.org/officeDocument/2006/relationships/slideLayout" Target="/ppt/slideLayouts/slideLayout1.xml" Id="R6f3ea323f11b4bda" /><Relationship Type="http://schemas.openxmlformats.org/officeDocument/2006/relationships/slideLayout" Target="/ppt/slideLayouts/slideLayout2.xml" Id="R867686653c5e4e5e" /><Relationship Type="http://schemas.openxmlformats.org/officeDocument/2006/relationships/slideLayout" Target="/ppt/slideLayouts/slideLayout3.xml" Id="Raa04dfd9ac4d4031" /><Relationship Type="http://schemas.openxmlformats.org/officeDocument/2006/relationships/slideLayout" Target="/ppt/slideLayouts/slideLayout4.xml" Id="R659dc2ea87484ad1" /><Relationship Type="http://schemas.openxmlformats.org/officeDocument/2006/relationships/slideLayout" Target="/ppt/slideLayouts/slideLayout5.xml" Id="R52e34057a1ca48a2" /><Relationship Type="http://schemas.openxmlformats.org/officeDocument/2006/relationships/slideLayout" Target="/ppt/slideLayouts/slideLayout6.xml" Id="R6517a8cad4a5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3ea323f11b4bda"/>
    <p:sldLayoutId xmlns:r="http://schemas.openxmlformats.org/officeDocument/2006/relationships" id="2147483650" r:id="R867686653c5e4e5e"/>
    <p:sldLayoutId xmlns:r="http://schemas.openxmlformats.org/officeDocument/2006/relationships" id="2147483651" r:id="Raa04dfd9ac4d4031"/>
    <p:sldLayoutId xmlns:r="http://schemas.openxmlformats.org/officeDocument/2006/relationships" id="2147483652" r:id="R659dc2ea87484ad1"/>
    <p:sldLayoutId xmlns:r="http://schemas.openxmlformats.org/officeDocument/2006/relationships" id="2147483653" r:id="R52e34057a1ca48a2"/>
    <p:sldLayoutId xmlns:r="http://schemas.openxmlformats.org/officeDocument/2006/relationships" id="2147483654" r:id="R6517a8cad4a5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f63844cda4282" /><Relationship Type="http://schemas.openxmlformats.org/officeDocument/2006/relationships/notesSlide" Target="/ppt/notesSlides/notesSlide1.xml" Id="R8e1a63f3157a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7969aaccb4d96" /><Relationship Type="http://schemas.openxmlformats.org/officeDocument/2006/relationships/notesSlide" Target="/ppt/notesSlides/notesSlide2.xml" Id="R9550ddfc9b3647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5a20d015a4fa1" /><Relationship Type="http://schemas.openxmlformats.org/officeDocument/2006/relationships/notesSlide" Target="/ppt/notesSlides/notesSlide3.xml" Id="R7d4789c8235a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92850879d45c9" /><Relationship Type="http://schemas.openxmlformats.org/officeDocument/2006/relationships/notesSlide" Target="/ppt/notesSlides/notesSlide4.xml" Id="R7203a4004c7c40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924f0b8804046" /><Relationship Type="http://schemas.openxmlformats.org/officeDocument/2006/relationships/notesSlide" Target="/ppt/notesSlides/notesSlide5.xml" Id="Rf50764bfced149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cfba084d24982" /><Relationship Type="http://schemas.openxmlformats.org/officeDocument/2006/relationships/notesSlide" Target="/ppt/notesSlides/notesSlide6.xml" Id="Raea283cce78149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122896a93419c" /><Relationship Type="http://schemas.openxmlformats.org/officeDocument/2006/relationships/notesSlide" Target="/ppt/notesSlides/notesSlide7.xml" Id="Re40e9603d13743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93d86e5ef4409" /><Relationship Type="http://schemas.openxmlformats.org/officeDocument/2006/relationships/notesSlide" Target="/ppt/notesSlides/notesSlide8.xml" Id="Rc38a0a2b364249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8fea733ba4eae" /><Relationship Type="http://schemas.openxmlformats.org/officeDocument/2006/relationships/notesSlide" Target="/ppt/notesSlides/notesSlide9.xml" Id="R01e10ed3c73c42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7849fc5234c54" /><Relationship Type="http://schemas.openxmlformats.org/officeDocument/2006/relationships/notesSlide" Target="/ppt/notesSlides/notesSlide10.xml" Id="Raebf6c3b0e844e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b021ad9ef48bb" /><Relationship Type="http://schemas.openxmlformats.org/officeDocument/2006/relationships/notesSlide" Target="/ppt/notesSlides/notesSlide11.xml" Id="Rcf7743458af141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90dc451154285" /><Relationship Type="http://schemas.openxmlformats.org/officeDocument/2006/relationships/notesSlide" Target="/ppt/notesSlides/notesSlide12.xml" Id="Rd96382dfe23b41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0f1b678d542e9" /><Relationship Type="http://schemas.openxmlformats.org/officeDocument/2006/relationships/notesSlide" Target="/ppt/notesSlides/notesSlide13.xml" Id="R17ac8faa566f49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66f16a6c14316" /><Relationship Type="http://schemas.openxmlformats.org/officeDocument/2006/relationships/notesSlide" Target="/ppt/notesSlides/notesSlide14.xml" Id="Rf849c61a0f604d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1931b2338486f" /><Relationship Type="http://schemas.openxmlformats.org/officeDocument/2006/relationships/notesSlide" Target="/ppt/notesSlides/notesSlide15.xml" Id="R44ae3f2905ed45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79d90395b4737" /><Relationship Type="http://schemas.openxmlformats.org/officeDocument/2006/relationships/notesSlide" Target="/ppt/notesSlides/notesSlide16.xml" Id="R16e5e871b0c746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1d14350204eb6" /><Relationship Type="http://schemas.openxmlformats.org/officeDocument/2006/relationships/notesSlide" Target="/ppt/notesSlides/notesSlide17.xml" Id="R8fff2829f0ac43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013c2f1084a65" /><Relationship Type="http://schemas.openxmlformats.org/officeDocument/2006/relationships/notesSlide" Target="/ppt/notesSlides/notesSlide18.xml" Id="Rdea0b10280a548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f1192cc3841b6" /><Relationship Type="http://schemas.openxmlformats.org/officeDocument/2006/relationships/notesSlide" Target="/ppt/notesSlides/notesSlide19.xml" Id="R508b34ef1b28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0CC02-A82D-4745-8188-03C0952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C29D2-D005-4E72-9250-559A6C5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РПП • 12. клас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7ED68-E6CC-4D62-AB62-C99749A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Създаване на бизнес слоя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30F9A-34F8-4909-AF7F-FE0520DB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Част 3 • Тестване и завършване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64130-0E91-45E9-99F6-8A44D52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46B88-5808-4EA7-A681-686730B1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xUNIT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DCB38-8B2E-4C2C-BCDF-427FFC52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1238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4E442-1F65-4733-8FD4-8E7A150A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43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AAA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FFAB1-A3A0-4809-8E8B-EE9B907A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26EC8-82C6-4A99-8562-248CD6B7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CF914-4A8E-40BC-903B-2219120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24250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D3A66-F08B-4599-B1D4-E2C268A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43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REFACTOR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4190D-3E0B-49D6-8525-E7127867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1 учебен час • SchoolLibrary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15471-484A-479E-AE0E-AB99C80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Поредица „Бизнес слой“ • 3 от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884A2-7D03-4CEB-B4A5-2317744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00100"/>
            <a:ext cx="112395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F47F6-A338-4469-B100-7B4328D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257300" cy="15621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3750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98A9E-333A-435A-80A5-34048283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7CE11-C29A-4196-8431-C35DB256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Завършваме поредицата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9E192-2DE3-402F-AAD3-9D632C34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889D1-86FE-4486-A8BF-1B0D48BA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71F19-480C-4662-969E-8E0653B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10210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8A710-D0ED-4938-ACA0-D3F4E04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A134B-8736-4507-97A9-CE22781E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43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80709-AF9C-48B1-8CE2-8C651EBB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33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Модели и отговорности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24F35-F325-4F66-B098-4D785E8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14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Book, Reader, Loan и граници на слоя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7467-B3A1-498E-8564-DFFDA1D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210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015AC-51F8-46F6-9C51-00A4AE3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60618-86AD-4143-979A-21189AB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Част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93B9E-138B-4DA9-87DF-6015D842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Поведение и правила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E963A-B243-491B-8C6A-4685CDAE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entity methods, BorrowingPolicy и резултати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C37F3-A386-440A-BA72-B2B89BC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0210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1C6C9-E746-49F9-99FB-5FAC010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0F1FD-B065-4D3E-A9B7-6B21B8D1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Част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84F2F-04C6-42DB-9D29-3428329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Тестове и стабилност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90712-DF05-435C-B092-5504FA5D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19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гранични случаи, refactoring и готов business слой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67080-78EB-4D6B-9DD9-18C4B476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След този урок започва разработването на слоя за работа с данни.</a:t>
            </a:r>
          </a:p>
        </p:txBody>
      </p:sp>
    </p:spTree>
    <p:extLst>
      <p:ext uri="{BB962C8B-B14F-4D97-AF65-F5344CB8AC3E}">
        <p14:creationId xmlns:p14="http://schemas.microsoft.com/office/powerpoint/2010/main" val="710480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6B60B-DF17-4668-ADC3-7F610122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E07EE-BD2C-46FA-A9DB-8902311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Цели на третата част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6C41-A8E9-4D1A-A4A4-63F26194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2744A-F355-4225-9423-5C87E8C0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3A367-EAA7-4CE4-9F78-353D7666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3333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EB35C-D2F9-4CCB-98D6-8293EAB8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Подготовка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8E375-6D7E-4670-8E29-19325A29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Създаваме отделен xUnit проект и reference към Business.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74995-45DB-4CC2-ABA8-276FF0E7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00150"/>
            <a:ext cx="3333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6261E-1D46-4AA6-8E1C-356A195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04497-14FB-443A-8B16-F54C7FFF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Тестваме успешни операции, откази и гранични стойности.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CBB54-8978-4A49-8488-372805BD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00150"/>
            <a:ext cx="3333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BEFE0-109C-4547-A75B-768C21D2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144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Завършване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A60CA-753F-44A6-B16F-75BB091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Подобряваме конструктори, имена и структура без промяна на поведението.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D28B7-A43E-476F-9086-8E3BFD10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9067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32C8D-EFFB-411D-A4FE-B22717A4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Критерий за готовност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E981A-A7AA-4A1E-A480-DB6CE35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153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Всички business tests минават и проектът няма зависимост към MVC, EF Core или база данни.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8D720-DEED-4600-BE13-E1F9954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Тестът е изпълним пример за очакваното поведение на системата.</a:t>
            </a:r>
          </a:p>
        </p:txBody>
      </p:sp>
    </p:spTree>
    <p:extLst>
      <p:ext uri="{BB962C8B-B14F-4D97-AF65-F5344CB8AC3E}">
        <p14:creationId xmlns:p14="http://schemas.microsoft.com/office/powerpoint/2010/main" val="2082582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8ECD9-2014-4C99-8F19-7A7DF4D1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81098-5EF9-4FA2-BAD9-F911D07E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Защо тестваме business слоя отделно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0B559-EC1B-4F76-AB3E-9B5BB83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3D83-7E68-4485-95DE-40EA9BA1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2DB6-EDDB-4AC4-909A-B6369F2C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1C52-FDFC-4DC5-9526-4059C62F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Бързо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3C2A2-A3C9-4EA1-8BFC-DFCC6704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90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Няма browser, HTTP server или database setup.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F090D-C091-4C07-9A3E-A82E3664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811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DB39B-9543-4C19-ADBC-03F5EE9E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954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Точно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D387A-43C7-44C0-8DDC-B2999BC7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2990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 грешка знаем кое правило или модел е засегнат.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1BED3-E3C0-4CAE-A242-33E20A4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811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BA4E0-99A0-46F1-89BE-70F68E7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954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Повторяемо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25010-305D-47A1-81FE-85ADDA6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2990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Едни и същи сценарии се изпълняват след всяка промяна.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A583F-F149-4421-88E4-9CBB65BC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5C1FB-8D95-4D9C-9B0D-BFCD2CB5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ARRANGE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E7828-D3B5-4F7B-9BBA-B7D404E8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входни обекти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5EF57-A2FC-46B5-967D-C9F1516F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16E22-57F3-4F81-ADE9-CD436AC5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16272-BCAF-49CD-877B-340D41AA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96F22-3987-43D0-93E9-CCCECE6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една операция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CC377-237E-43DE-89D6-FB46FD16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50192-3C24-4E96-8C88-FBE5785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BDF6D-A441-473A-B93A-B0BF754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ASSERT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61E5A-2F5A-4272-BE90-B719ECAC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очакван резултат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A48B2-65DE-47C5-BCD3-BB9A2D3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Unit test проверява малка единица поведение в контролирана среда.</a:t>
            </a:r>
          </a:p>
        </p:txBody>
      </p:sp>
    </p:spTree>
    <p:extLst>
      <p:ext uri="{BB962C8B-B14F-4D97-AF65-F5344CB8AC3E}">
        <p14:creationId xmlns:p14="http://schemas.microsoft.com/office/powerpoint/2010/main" val="1803141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E1DDC-0C0F-4BCC-937F-1766A9D1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C66F0-B921-4DD1-964A-7EBB55C9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Преди тестовете: валидни конструктори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AC9D9-E27C-44EF-85B3-4BCD76D5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00B30-9516-4C06-B69E-4CC3794D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C29DF-3809-451A-91F7-CD5D4744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4781550"/>
          </a:xfrm>
          <a:prstGeom xmlns:a="http://schemas.openxmlformats.org/drawingml/2006/main" prst="roundRect">
            <a:avLst>
              <a:gd name="adj" fmla="val 159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41A52-C939-4EFE-B806-33DCD19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BE238-C65B-43A0-AE06-391C5401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64770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Book(int id, string title, string author, int totalCopies)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(string.IsNullOrWhiteSpace(title))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throw new ArgumentException("Title is required.");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(totalCopies &lt; 1)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throw new ArgumentOutOfRangeException(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nameof(totalCopies));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Id = id;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Title = title;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Author = author;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TotalCopies = totalCopies;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AvailableCopies = totalCopies;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8155C-361A-4A64-B2B5-4EB9409D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858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728D7-684E-4DB8-8443-64E4947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001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Валиден старт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C81C1-22A5-4F74-80DE-12FC885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77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Новата книга има поне един екземпляр.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A1BF2-3BD4-4923-96BF-7B2A113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13FE0-ED3B-4017-A280-A67D35A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Един източник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34233-4282-4D48-96D6-E828FBA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Наличните копия започват от общия брой.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AAEE8-9897-4A2F-9D1F-51FB260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B38A2-B39F-42AF-AB76-D18B7E3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Удобно за тест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22DE8-57E2-409D-BE8F-E813F9BA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Създаваме валиден Book с един ред.</a:t>
            </a:r>
          </a:p>
        </p:txBody>
      </p:sp>
    </p:spTree>
    <p:extLst>
      <p:ext uri="{BB962C8B-B14F-4D97-AF65-F5344CB8AC3E}">
        <p14:creationId xmlns:p14="http://schemas.microsoft.com/office/powerpoint/2010/main" val="2093722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89B4C-6BBD-430D-A14C-63E3A6EA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D88B9-AED6-4FFC-A996-116F0D51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Създаваме xUnit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FC641-1390-4A3A-BC2D-9C9C05B6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9A3B-ADB8-4A89-8F00-6CB50B7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40195-468A-4C13-8E82-CDA31BA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04900"/>
            <a:ext cx="90678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B8AF-DB35-473B-A9D4-537BE66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2001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AF775-CFD3-4008-9184-C91BF31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466850"/>
            <a:ext cx="8686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new xunit -n SchoolLibrary.Business.Tests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sln add SchoolLibrary.Business.Tests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add SchoolLibrary.Business.Tests reference SchoolLibrary.Business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5ACB1-8F8D-40B2-8571-1704CF99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9067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6E3C3-AF02-406D-AB1E-4CE419C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672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ТЕСТОВА СТРУКТУРА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983F7-525F-4F3A-89F1-A6F7261E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907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SchoolLibrary.Business.Tests/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BookTests.cs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LoanTests.cs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└── BorrowingPolicyTests.cs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BCC0C-2B96-4680-8198-16662E3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Production кодът не reference-ва тестовия проект. Тестовият проект reference-ва Business.</a:t>
            </a:r>
          </a:p>
        </p:txBody>
      </p:sp>
    </p:spTree>
    <p:extLst>
      <p:ext uri="{BB962C8B-B14F-4D97-AF65-F5344CB8AC3E}">
        <p14:creationId xmlns:p14="http://schemas.microsoft.com/office/powerpoint/2010/main" val="760371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AC8D8-4DDB-4B25-9E83-06AFA6FE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653AE-8A04-42DC-8E0B-EE72A13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Имена и структура на тестовете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8B351-2578-460E-B850-43CC919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525BF-2BC6-4A73-83FB-C9FEED7D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BD905-5681-468B-B978-6CE7398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8580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7AF96-C192-4D0B-B07C-C9DBF44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9E667-7DC2-47CF-BBD4-8A4AB26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6477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[Fact]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BorrowCopy_WhenCopyIsAvailable_DecreasesAvailableCopies()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Arrange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book = new Book(1, "Clean Code", "Robert Martin", 2);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Act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book.BorrowCopy();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Assert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Assert.Equal(1, book.AvailableCopies);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B7887-5953-4C07-8626-3F089231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AA217-14D7-48F2-9304-580621C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144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A1150-CAD4-4ECC-A143-395A7253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Какво тестваме?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4AAFA-79A9-412A-8CC3-B304BC13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F4CB1-34DC-4BEC-8D57-143D67BE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53E7E-BBDE-4CD9-9C38-4D5F595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 какво условие?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B50B9-346C-4667-9A7A-7F69893D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A3C70-02DC-485F-9A50-4E1ED861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Expected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A7218-6538-4E73-B0D5-B99D3C4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Какъв резултат очакваме?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FC5A2-F545-4741-8547-2DB0E37D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Името на теста трябва да обяснява сценария и без да четем тялото му.</a:t>
            </a:r>
          </a:p>
        </p:txBody>
      </p:sp>
    </p:spTree>
    <p:extLst>
      <p:ext uri="{BB962C8B-B14F-4D97-AF65-F5344CB8AC3E}">
        <p14:creationId xmlns:p14="http://schemas.microsoft.com/office/powerpoint/2010/main" val="20330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D76BF-CCC8-4B44-B7ED-EEEEB7F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23CA4-C032-4217-BF3A-045272A8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Тест 1: успешно заемане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36D89-6991-44A8-85D9-BFB53FC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A4BA5-9D0A-47D3-8C72-2B4134F6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71855-1784-4934-BA26-2F4834B3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667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0453F-64DD-4AA1-8CA8-4B771B9B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668D9-8CDD-49A7-A0E6-6BAD730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628650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[Fact]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BorrowCopy_WhenTwoCopiesExist_LeavesOneAvailable()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Arrange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book = new Book(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1, "Clean Code", "Robert Martin", 2);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Act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book.BorrowCopy();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Assert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Assert.True(book.IsAvailable);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Assert.Equal(1, book.AvailableCopies);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CCBEF-91C8-42DD-8C10-599A0C7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F778C-A78A-40E6-9F41-1B04E087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948FE-74FE-4752-9BF4-F349E64C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2 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3F834-D090-446A-9025-A3E823AC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577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B87AF-550C-4FD6-8719-0739C3E3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81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111B2-7027-4A23-AFA8-F528FDA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BORROW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A8C65-A9B1-4041-8621-860079A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482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90EEE-FF23-4859-AE17-A20FB34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15FF5-CEA6-4A75-9628-12B6CF6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17521-A37C-4339-8E8D-D041095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EA88D-9D76-49A9-924B-E690E6F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1 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A5686-B346-4663-962C-1B1A9D0C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00150"/>
            <a:ext cx="361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1F83C-E13D-47A5-9FB4-CF65DE1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Две проверки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D189E-CB66-464F-A6AD-4B798B39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Наличността е 1 и книгата още може да бъде заета.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4A1B1-084D-4CAC-B91C-79AB2F4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61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D3E32-BFF9-4D11-B883-9C11EE2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Един 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1E554-811D-498A-B994-F08E409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Извършваме само BorrowCopy.</a:t>
            </a:r>
          </a:p>
        </p:txBody>
      </p:sp>
    </p:spTree>
    <p:extLst>
      <p:ext uri="{BB962C8B-B14F-4D97-AF65-F5344CB8AC3E}">
        <p14:creationId xmlns:p14="http://schemas.microsoft.com/office/powerpoint/2010/main" val="19754671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730AA-3B9B-457F-A59F-1C09F56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1C4AA-B700-412D-82A6-C91FA00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Тест 2: заемане без наличност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8ECA7-70AC-4AE9-9863-3BF25473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F4DBD-0A09-47E7-BE1F-3D2117FC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CA663-41E9-4C8E-9F82-F16C7ABE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048500" cy="4705350"/>
          </a:xfrm>
          <a:prstGeom xmlns:a="http://schemas.openxmlformats.org/drawingml/2006/main" prst="roundRect">
            <a:avLst>
              <a:gd name="adj" fmla="val 161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2F6C-F441-4FCF-BCCF-3450D048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4CD44-BA21-4AC0-93AB-841C81E3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666750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[Fact]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BorrowCopy_WhenNoCopyExists_ThrowsBusinessRuleException()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Arrange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book = new Book(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1, "Clean Code", "Robert Martin", 1);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book.BorrowCopy();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Act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Action act = () =&gt; book.BorrowCopy();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Assert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exception = Assert.Throws&lt;BusinessRuleException&gt;(act);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Assert.Equal("Няма наличен екземпляр.", exception.Message);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Assert.Equal(0, book.AvailableCopies);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CC5CF-1305-4F3A-BF0F-F39BC859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001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C5585-6BF3-4815-B095-94408588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14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Очакван отказ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09FF6-528F-48CE-AA9F-586F9BB7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Exception е правилният резултат за невалидната entity операция.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B550B-89D2-4910-A8A4-32E4DCEC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3F2E0-E0C5-45A2-BA75-3ED0AB5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State остава валиден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BC55E-1849-433F-95F1-1C30E9D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AvailableCopies не става -1.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CC50A-82DE-4BC7-B11C-6709CBF4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66342-4996-4186-80CE-30619094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Доказателство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DDA0B-35B8-42D2-9492-29C159B6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Тестът проверява и типа, и съобщението.</a:t>
            </a:r>
          </a:p>
        </p:txBody>
      </p:sp>
    </p:spTree>
    <p:extLst>
      <p:ext uri="{BB962C8B-B14F-4D97-AF65-F5344CB8AC3E}">
        <p14:creationId xmlns:p14="http://schemas.microsoft.com/office/powerpoint/2010/main" val="83406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CDF14-CEF3-4E36-8033-42E1F6F7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62F2A-1623-47D5-AD1B-01BF5B3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Тест 3: връщане над максимума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20761-3734-446D-8CCE-8A7A48B7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89A7A-7F6E-4974-B24C-68A4A910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252A5-7354-421F-9BDB-DC33833E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6675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7F4F8-DDC3-49C8-A534-151F7AEE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638F5-10C6-4BFD-8B4B-25A986D8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628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[Fact]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ReturnCopy_WhenAllCopiesAreAvailable_ThrowsException()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Arrange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book = new Book(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1, "Clean Code", "Robert Martin", 2);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Act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Action act = () =&gt; book.ReturnCopy();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Assert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Assert.Throws&lt;BusinessRuleException&gt;(act);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Assert.Equal(2, book.AvailableCopies);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A8F46-B66F-4AEC-B72C-021E9843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00150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C0737-5186-4D6E-A72A-65CF9B1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Граница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642FE-B2D4-4A37-9177-C53A514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AvailableCopies вече е равно на TotalCopies.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B7F34-7AA5-4D2E-B3D9-0FDDE251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33650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0FF35-FEE5-452D-8799-EC7D559A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Забрана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61E92-1576-43D7-BBE9-6329E54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Още едно връщане би нарушило инварианта.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FAD02-29D2-400C-9C7E-D47E0E28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3619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EC192-94EB-4240-9CB8-0AC1C9C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Резултат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DFFA4-9830-4DC2-9433-550A3853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Стойността остава 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91F5C-C35F-446D-8AF2-D0CD3D79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Граничните стойности често разкриват грешки, които успешният сценарий пропуска.</a:t>
            </a:r>
          </a:p>
        </p:txBody>
      </p:sp>
    </p:spTree>
    <p:extLst>
      <p:ext uri="{BB962C8B-B14F-4D97-AF65-F5344CB8AC3E}">
        <p14:creationId xmlns:p14="http://schemas.microsoft.com/office/powerpoint/2010/main" val="19995733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EF063-85A1-4739-B3BC-DABAA70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0F6DE-D30B-498F-AC52-62B24E6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[Theory]: една проверка с няколко дати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47097-EC70-4935-A6BA-FF5FC558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BDEBB-AE92-4923-B72A-A08E889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3BA11-FA67-495E-BF2C-7FD9C6DE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E6E7D-495C-409F-B3D6-E5A6C65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LoanTests.cs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1BA8C-2ED2-42C8-AB8D-3C567ED6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64770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[Theory]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[InlineData(2026, 10, 7, false)]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[InlineData(2026, 10, 8, false)]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[InlineData(2026, 10, 9, true)]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IsOverdue_ComparesTodayWithDueDate(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int year, int month, int day, bool expected)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loan = CreateLoan(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dueDate: new DateOnly(2026, 10, 8));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today = new DateOnly(year, month, day);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Assert.Equal(expected, loan.IsOverdue(today));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65940-9C75-4972-A831-2145C921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1239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BE1A2-2B73-4339-B43E-E6A9DAAC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Преди срока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00874-37CA-4EC7-A699-215794CE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 е просрочено.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8B4B1-7ECD-4475-9CA7-ED25C0E6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F0102-33A2-44DC-B16B-56BA2450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На срока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3FF45-2AF9-4817-9E13-4749341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Още не е просрочено.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52B99-D03E-4D57-886A-09B5AA34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623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43194-81FF-4CAB-B602-02BF3EF6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След срока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3FD17-E02F-48F2-883E-61DAF9EC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Просрочено е.</a:t>
            </a:r>
          </a:p>
        </p:txBody>
      </p:sp>
    </p:spTree>
    <p:extLst>
      <p:ext uri="{BB962C8B-B14F-4D97-AF65-F5344CB8AC3E}">
        <p14:creationId xmlns:p14="http://schemas.microsoft.com/office/powerpoint/2010/main" val="16957059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34E8A-E14C-4382-80EE-0F89E036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7EBE1-5C5F-48D4-9BBF-93E86080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Тест 5: заемането се връща само веднъж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50B6D-FD56-4392-8CBC-68CE05F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DFFCA-BADF-4CE3-ACDC-E4308CE0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DB6D1-AC6F-4BAB-B09E-AC7331B3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85800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4E5B9-8422-453D-AF5C-217C8325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LoanTests.cs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A6F1F-E9A5-4275-A83A-49FE53B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6477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[Fact]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MarkReturned_WhenCalledTwice_ThrowsException()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Arrange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loan = CreateLoan(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dueDate: new DateOnly(2026, 10, 20));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returnedOn = new DateOnly(2026, 10, 15);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loan.MarkReturned(returnedOn);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Act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Action act = () =&gt; loan.MarkReturned(returnedOn);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// Assert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Assert.Throws&lt;BusinessRuleException&gt;(act);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Assert.Equal(returnedOn, loan.ReturnedOn);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AD7B6-A75F-4055-8995-BB38829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30D84-78EA-4CE8-A077-26B254D6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144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Първо извикване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FBEF6-6872-45F6-ABD1-9492A33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Заемането става приключено.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9DA95-AF3A-4B94-A125-2F74575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643A3-2CCF-4A98-B415-BE3EED9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Второ извикване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545E0-F724-4B78-AE89-5F114E50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Нарушава business правилото.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17264-A21A-4B49-A267-E791BB26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1C8C6-786A-4E74-B609-BA49B32A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614DA-945E-491A-891D-E0EC095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1960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Първата дата остава непроменена.</a:t>
            </a:r>
          </a:p>
        </p:txBody>
      </p:sp>
    </p:spTree>
    <p:extLst>
      <p:ext uri="{BB962C8B-B14F-4D97-AF65-F5344CB8AC3E}">
        <p14:creationId xmlns:p14="http://schemas.microsoft.com/office/powerpoint/2010/main" val="929268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04E9B-1452-488B-B00F-7F13589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7CA3B-5C63-45A3-8A07-7FB212B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Тест 6: BorrowingPolicy разрешава заемане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33B2C-A8A6-4576-A436-FC96621D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CAE46-282C-4268-8B9D-42478E12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66D06-1A70-4CF5-A9C5-74A815C6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76275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44F52-C88F-4D99-899C-0D536B1E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641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BorrowingPolicyTests.cs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BC4B-6DA8-49A7-991B-897BDB6A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63817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[Fact]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Check_WhenAllRulesPass_ReturnsAllowed()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book = CreateAvailableBook();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reader = CreateActiveReader(activeLoans: 1);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loans = new List&lt;Loan&gt;();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today = new DateOnly(2026, 10, 8);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BorrowingResult result = BorrowingPolicy.Check(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book, reader, loans, today);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Assert.True(result.IsAllowed);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Assert.Null(result.Error);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19A1A-10CE-4107-B483-4236BB7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00150"/>
            <a:ext cx="3524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5691-CADD-4AAC-A2AC-93BBBF1C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1445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8D75A-1B19-4B2D-A7B4-F37B6450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Има наличен екземпляр.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46966-FE21-496F-9446-364C1FC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3524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0F57F-2F34-4FE8-803D-9E02084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D6EAF-7A30-4F7E-83A9-9468EEC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Активен е и е под лимита.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F5854-F44D-485C-AD61-AAFE4DBD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3524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948AA-E08C-4F8F-9FAE-340319EB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Loans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B9F85-FA92-4FB0-BCE2-ADE883DE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Няма просрочено заемане.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F727A-64CE-49E9-9F18-D330E4F1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Policy тестът проверява решение, но не променя Book, Reader или Loan.</a:t>
            </a:r>
          </a:p>
        </p:txBody>
      </p:sp>
    </p:spTree>
    <p:extLst>
      <p:ext uri="{BB962C8B-B14F-4D97-AF65-F5344CB8AC3E}">
        <p14:creationId xmlns:p14="http://schemas.microsoft.com/office/powerpoint/2010/main" val="65041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94301-F924-4223-A78B-89A57E7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85A93-3519-448B-968E-1DB8941B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Проверяваме всяка причина за отказ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D21EC-9E74-43F7-87A4-FB3B37C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9FDBF-D649-495E-9F68-A9FBF360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79646-E9F0-4615-ADF5-3A13D49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D5266-7F15-4304-A787-D60867C7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57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Reader не е активен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8BBFE-A27C-4317-8B7E-148713F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335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FABEA-D82E-4D5D-8B27-9B4D190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52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Читателят не е активен.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82141-BBFA-423B-A6D4-F2191AA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D6AAC-9390-4D9B-B938-97CEBDB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Book няма копие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09E34-1BC6-4D62-B66F-84B11FE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003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DEE31-592E-4A44-B79C-34D389D7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19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Няма наличен екземпляр.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95AD4-928F-471A-9E97-5306D94A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C2999-AA3D-499D-AE05-F6EFEC32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ActiveLoansCount =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E44A1-A688-4833-AD5D-E3CFB85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671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7C0EE-C541-4C03-86F1-A6A5860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6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Достигнат е лимитът от 3 книги.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5E80B-4387-4959-B806-62B367E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7C9A6-7218-4D36-9E5A-FB58767A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Има overdue Loan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010F4-D0BD-48A1-8D32-139BAD5D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339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A50A7-7BE0-4886-BB44-606685DC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52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Има просрочено заемане.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7864F-126F-47A0-880F-4B805BD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Един тест = една ясно назована причина за отказ.</a:t>
            </a:r>
          </a:p>
        </p:txBody>
      </p:sp>
    </p:spTree>
    <p:extLst>
      <p:ext uri="{BB962C8B-B14F-4D97-AF65-F5344CB8AC3E}">
        <p14:creationId xmlns:p14="http://schemas.microsoft.com/office/powerpoint/2010/main" val="593776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D8B58-72AD-4BE7-8A30-B7D792B8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BA6A9-B0F5-4219-A513-C665B0B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Времето трябва да бъде контролируемо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520EB-0C46-42F9-AA02-642B9DBA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A0DB7-0322-4641-BFB2-9BDBF2F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EA585-380D-4781-82B3-BD903092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54418-6BD1-4BE0-942A-2D1A79B0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DETERMINISTIC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4F81C-2EED-4F71-B89F-6CD9513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// Добре: тестът задава датата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var today = new DateOnly(2026, 10, 8);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var result = BorrowingPolicy.Check(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book, reader, loans, today);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0C893-26BE-4D6B-8856-2E63BA5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5730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0FBEE-C094-4426-9F68-07C6C9FC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ЗАВИСИ ОТ ЧАСОВНИКА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831AF-73C0-4AC9-8422-9852DF73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// Рисково вътре в правилото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var today = DateOnly.FromDateTime(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DateTime.Now);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6A8AB-A200-470D-84B2-442331F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9067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7F9D9-3B79-4B18-8F35-8209654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90950"/>
            <a:ext cx="872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Защо подаваме today?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BD79D-F551-4367-BE0D-4D573CD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52900"/>
            <a:ext cx="872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Тестът дава еднакъв резултат независимо кога и на кой компютър се изпълнява.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32B3E-DDCF-4244-A93B-4BF32DA5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Контролираме външните зависимости: време, база данни, файлове и мрежа.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1F072-E13D-46A0-8B6A-DBDF4762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Business тестовете засега не се нуждаят от mock database.</a:t>
            </a:r>
          </a:p>
        </p:txBody>
      </p:sp>
    </p:spTree>
    <p:extLst>
      <p:ext uri="{BB962C8B-B14F-4D97-AF65-F5344CB8AC3E}">
        <p14:creationId xmlns:p14="http://schemas.microsoft.com/office/powerpoint/2010/main" val="1802764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E8769-C074-42A7-BB05-E4B9F03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D607F-F9AA-4725-931A-AF5B216B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Refactoring без промяна на поведението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19375-2E79-46D2-9D7E-FD2F206D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39389-EAC0-4602-A763-47AA395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2B5B0-51F9-4BE3-BEFD-37081959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8DDCB-CC5A-40B7-BAFF-711BE4C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4300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24AC0-8FFE-475D-AB1A-6CA8708D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62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Дублиран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2E0B7-BD55-44D5-876C-59FAB583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0858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CreateAvailableBook() и CreateActiveReader()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28C16-1BED-4B45-AD50-F5CC5EA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8DBC5-EF3F-48DB-9637-576CC8D4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290F5-6B8C-4D3A-AFD4-78D57A61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Магическо число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D571C-B86F-444F-9713-0A94EF65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193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BorrowingPolicy.MaxActiveLoans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2312B-97A1-482D-ABA2-F6AAC761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82661-BEB7-456F-8315-E8660D00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0C6A5-EACA-4C9D-AD5C-41CE277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Неясни имена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31C9E-461A-4E93-9763-65A53823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52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пълни имена на сценарии и параметри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ABA96-B027-4699-A139-EC1A2B5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98696-D480-43BB-BD85-BC5DE51A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03855-A62D-4A55-835A-8E1BCC15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setters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DF8E7-F7B9-42C0-94D5-032F38B6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private set и валидирани методи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AF995-7EB1-4DBC-9DF7-72E220AA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E3AB2-10FD-4521-8567-5DDFBFC8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725AF-485C-45F0-8063-4D851CB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Големи методи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98EA5-F196-4834-970A-3747DF3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196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малки проверки с една отговорност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5A90E-E651-4C8E-BB3E-1F926935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Refactoring подобрява структурата. Зелените тестове доказват, че поведението е запазено.</a:t>
            </a:r>
          </a:p>
        </p:txBody>
      </p:sp>
    </p:spTree>
    <p:extLst>
      <p:ext uri="{BB962C8B-B14F-4D97-AF65-F5344CB8AC3E}">
        <p14:creationId xmlns:p14="http://schemas.microsoft.com/office/powerpoint/2010/main" val="13030070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AF084-C85D-4465-9F78-EFAB372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EF0F3-78AE-44BE-9610-C78F2EBA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Практическа задача: тестов пакет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94FAB-BFAE-491B-9AEC-C973431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11F74-6824-45A8-8131-992299CA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E5642-886F-487B-A015-16DC680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99060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DA590-4CB6-4F10-AECD-2813D405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430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A6469-1E4A-4687-9545-0399014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62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30CE-3CA5-4681-A71B-0215D2B1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0858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Създайте Business.Tests и project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C9FDE-C30C-465F-9A99-4641C04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FB3C7-904E-4A5D-A45C-E863CD77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97660-3212-42C6-81C2-F58A2CE3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8D7CF-90FE-4A0A-934D-29FAF33A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Напишете 2 теста за 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C745A-B580-42F5-80F5-C16C00C9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43EEE-432A-43F7-8675-8AF641A1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C5959-0A1A-4581-93B5-1D77AE55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A690B-B27A-4F8C-A7BE-1DBA950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Напишете тест за IsOverdue на гранична дата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33D07-71BB-4346-BD04-BE34C588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095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543D1-23C8-420A-8AC9-0AB8D5B7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0BE4C-9C2D-49D9-80F3-AD3DB3C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1D87B-2636-4E3D-840F-8A61C79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Напишете 2 отказа на BorrowingPolicy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FD1A2-B63C-4423-B0CE-170D8716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4176A-0FCB-4AC9-9CD1-4140D7E6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53D74-C17A-4E84-B74C-1AC67E9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A7982-4C28-4B88-969E-8264474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Изпълнете dotnet test и коригирайте failures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1B412-B321-4D51-BBE0-F1FC4E8D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Работа по двойки • 15 минути • минимум 5 зелени теста</a:t>
            </a:r>
          </a:p>
        </p:txBody>
      </p:sp>
    </p:spTree>
    <p:extLst>
      <p:ext uri="{BB962C8B-B14F-4D97-AF65-F5344CB8AC3E}">
        <p14:creationId xmlns:p14="http://schemas.microsoft.com/office/powerpoint/2010/main" val="10178714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2316B-11CF-48DD-8FB5-A388F48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BD078-8EB3-4183-8DE4-12FEC4EE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Готов бизнес слой: структура и критерии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F5910-42B1-4B38-A6F0-275942CF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8A49C-8A82-4694-BCA7-9881DBA7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6EDE1-4296-4BEF-8929-7305B4E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5715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D1AD0-F990-435B-878A-3647F18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537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D81C-3690-41CA-A9D8-27CFEE1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53340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SchoolLibrary.Business/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Models/Book.cs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Models/Reader.cs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Models/Loan.cs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Rules/BorrowingPolicy.cs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Rules/BorrowingResult.cs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└── Common/BusinessRuleException.cs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SchoolLibrary.Business.Tests/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BookTests.cs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LoanTests.cs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└── BorrowingPolicyTests.cs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CBE15-C8C2-4E9A-B40C-D1BA9EE4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572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30E76-92A0-4C97-BEC4-CCF6E5D0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192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Правила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62700-C5E9-40F8-BDD1-ACFE193C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Моделите не допускат невалидно състояние.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F6084-2080-4CFF-B28E-9BCCEAB7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4572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4D35E-389E-472D-98D0-E44667BF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Независимост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646BE-ABB4-4DA4-93E9-9FC9002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Няма reference към MVC, EF Core или SQL Server.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2BC19-735C-457B-A6D0-1E20A89F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0D7B1-1B85-42A7-AE1A-CF0BBFD2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A573F-D667-4033-BED9-0436623A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Успехите, отказите и границите имат тестове.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2C403-C8C0-420C-96B0-2BAE4E21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48150"/>
            <a:ext cx="4572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13D02-60DE-43C7-8326-33EF76A6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Готовност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9C4B8-93D0-42F2-BF09-6618ACC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dotnet test завършва успешно.</a:t>
            </a:r>
          </a:p>
        </p:txBody>
      </p:sp>
    </p:spTree>
    <p:extLst>
      <p:ext uri="{BB962C8B-B14F-4D97-AF65-F5344CB8AC3E}">
        <p14:creationId xmlns:p14="http://schemas.microsoft.com/office/powerpoint/2010/main" val="17432445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792BD-3378-4273-9E38-82DBC45C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BB340-EEFD-468B-B020-85E1BAE0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следваща стъпка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A6DBD-5801-4EF5-B258-B23BA496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БИЗНЕС СЛОЯ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92860-3C2B-4209-BA23-E3D8FFB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DC1F5-B649-4CCA-ACA1-5252482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45129-2ED0-439C-9BE3-BA0DCD1D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399E8-028D-4B68-B201-BB81A5E1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4B2BB-DA6F-4866-88B4-95FD8FC4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600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E9B9-B26C-49BA-B59D-7E2A5E6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360C8-FC93-419D-ADDD-7B4BF527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B3276-9FED-4951-9115-8A22E81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D9C0B-0679-4C20-83DC-03B98FA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00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113D1-8805-4686-8C40-2FF5BA4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8A5AA-AC55-4F5E-A032-B5810E82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ACA5B-3A1D-40B1-BCC1-4DB266DD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2BFD9-358B-4F62-A825-0E13DCC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1600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4B71C-4E14-4921-9011-FD9E8CF1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D4ACF-93C7-4581-83B5-3D90BEC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Refactor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300FC-8D37-48C1-B519-28AC9BC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clear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02EE1-F8B7-4E85-88AD-2ADEADD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5232E-2C54-40F2-8D3D-61E90C50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58413-2674-4D03-B0F7-C3B43DD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Защо BorrowingPolicy.Check получава today като параметър, вместо сам да използва DateTime.Now?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2D8C1-0AF9-4D8C-A740-85A3E058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9067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8405E-D1CF-42CC-9CEB-2B8D52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01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ПРИМЕРЕН ОТГОВОР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4BB53-075E-40F3-9216-C5C2022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За да бъде правилото предвидимо и тестовете да дават еднакъв резултат.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8E6B7-B7DF-4D5F-9105-A1CFB7CD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Следва: слой за боравене с данни — repositories, DbContext и съхранение.</a:t>
            </a:r>
          </a:p>
        </p:txBody>
      </p:sp>
    </p:spTree>
    <p:extLst>
      <p:ext uri="{BB962C8B-B14F-4D97-AF65-F5344CB8AC3E}">
        <p14:creationId xmlns:p14="http://schemas.microsoft.com/office/powerpoint/2010/main" val="1884691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2026-10-08T18:26:49.9970000Z</dcterms:created>
  <dcterms:modified xsi:type="dcterms:W3CDTF">2026-10-08T18:26:49.9970000Z</dcterms:modified>
</coreProperties>
</file>