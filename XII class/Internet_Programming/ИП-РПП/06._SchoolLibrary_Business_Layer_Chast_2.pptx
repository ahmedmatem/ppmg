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fdd636ca204e72" /><Relationship Type="http://schemas.openxmlformats.org/officeDocument/2006/relationships/extended-properties" Target="/docProps/app.xml" Id="Rf689cb34b83b4f1c" /><Relationship Type="http://schemas.openxmlformats.org/officeDocument/2006/relationships/officeDocument" Target="/ppt/presentation.xml" Id="Rfcd05253b0a9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21ee583c31463b"/>
  </p:sldMasterIdLst>
  <p:notesMasterIdLst>
    <p:notesMasterId xmlns:r="http://schemas.openxmlformats.org/officeDocument/2006/relationships" r:id="Rca17ed19feb74cae"/>
  </p:notesMasterIdLst>
  <p:sldIdLst>
    <p:sldId xmlns:r="http://schemas.openxmlformats.org/officeDocument/2006/relationships" id="256" r:id="R3bdbab2590b84aa7"/>
    <p:sldId xmlns:r="http://schemas.openxmlformats.org/officeDocument/2006/relationships" id="257" r:id="R734efaf4029f44e1"/>
    <p:sldId xmlns:r="http://schemas.openxmlformats.org/officeDocument/2006/relationships" id="258" r:id="R7b269cda3869428f"/>
    <p:sldId xmlns:r="http://schemas.openxmlformats.org/officeDocument/2006/relationships" id="259" r:id="R880191ac14644506"/>
    <p:sldId xmlns:r="http://schemas.openxmlformats.org/officeDocument/2006/relationships" id="260" r:id="R2da983b5a332475b"/>
    <p:sldId xmlns:r="http://schemas.openxmlformats.org/officeDocument/2006/relationships" id="261" r:id="R573176b643544e8c"/>
    <p:sldId xmlns:r="http://schemas.openxmlformats.org/officeDocument/2006/relationships" id="262" r:id="R85e08bdabdec45d9"/>
    <p:sldId xmlns:r="http://schemas.openxmlformats.org/officeDocument/2006/relationships" id="263" r:id="Rf3b2714ebfd149df"/>
    <p:sldId xmlns:r="http://schemas.openxmlformats.org/officeDocument/2006/relationships" id="264" r:id="R761a271647ae435c"/>
    <p:sldId xmlns:r="http://schemas.openxmlformats.org/officeDocument/2006/relationships" id="265" r:id="Rd8217b976aa1425b"/>
    <p:sldId xmlns:r="http://schemas.openxmlformats.org/officeDocument/2006/relationships" id="266" r:id="R8570d4c9abcc451c"/>
    <p:sldId xmlns:r="http://schemas.openxmlformats.org/officeDocument/2006/relationships" id="267" r:id="R8cbaa33fb62847e2"/>
    <p:sldId xmlns:r="http://schemas.openxmlformats.org/officeDocument/2006/relationships" id="268" r:id="R1bd76f2932dc46b5"/>
    <p:sldId xmlns:r="http://schemas.openxmlformats.org/officeDocument/2006/relationships" id="269" r:id="Rd08274c8c79d4a96"/>
    <p:sldId xmlns:r="http://schemas.openxmlformats.org/officeDocument/2006/relationships" id="270" r:id="R9972640ee4e84f2e"/>
    <p:sldId xmlns:r="http://schemas.openxmlformats.org/officeDocument/2006/relationships" id="271" r:id="Rfcf83c32e53d4808"/>
    <p:sldId xmlns:r="http://schemas.openxmlformats.org/officeDocument/2006/relationships" id="272" r:id="R46a9e559797f467d"/>
    <p:sldId xmlns:r="http://schemas.openxmlformats.org/officeDocument/2006/relationships" id="273" r:id="Re2c5942f47534a42"/>
    <p:sldId xmlns:r="http://schemas.openxmlformats.org/officeDocument/2006/relationships" id="274" r:id="Rf207892fa6d94a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fc3b99ba943bc" /><Relationship Type="http://schemas.openxmlformats.org/officeDocument/2006/relationships/slideMaster" Target="/ppt/slideMasters/slideMaster1.xml" Id="Rf721ee583c31463b" /><Relationship Type="http://schemas.openxmlformats.org/officeDocument/2006/relationships/notesMaster" Target="/ppt/notesMasters/notesMaster1.xml" Id="Rca17ed19feb74cae" /><Relationship Type="http://schemas.openxmlformats.org/officeDocument/2006/relationships/presProps" Target="/ppt/presProps.xml" Id="R330b716c6be24e2a" /><Relationship Type="http://schemas.openxmlformats.org/officeDocument/2006/relationships/tableStyles" Target="/ppt/tableStyles.xml" Id="R2d81707103c7438b" /><Relationship Type="http://schemas.openxmlformats.org/officeDocument/2006/relationships/slide" Target="/ppt/slides/slide1.xml" Id="R3bdbab2590b84aa7" /><Relationship Type="http://schemas.openxmlformats.org/officeDocument/2006/relationships/slide" Target="/ppt/slides/slide2.xml" Id="R734efaf4029f44e1" /><Relationship Type="http://schemas.openxmlformats.org/officeDocument/2006/relationships/slide" Target="/ppt/slides/slide3.xml" Id="R7b269cda3869428f" /><Relationship Type="http://schemas.openxmlformats.org/officeDocument/2006/relationships/slide" Target="/ppt/slides/slide4.xml" Id="R880191ac14644506" /><Relationship Type="http://schemas.openxmlformats.org/officeDocument/2006/relationships/slide" Target="/ppt/slides/slide5.xml" Id="R2da983b5a332475b" /><Relationship Type="http://schemas.openxmlformats.org/officeDocument/2006/relationships/slide" Target="/ppt/slides/slide6.xml" Id="R573176b643544e8c" /><Relationship Type="http://schemas.openxmlformats.org/officeDocument/2006/relationships/slide" Target="/ppt/slides/slide7.xml" Id="R85e08bdabdec45d9" /><Relationship Type="http://schemas.openxmlformats.org/officeDocument/2006/relationships/slide" Target="/ppt/slides/slide8.xml" Id="Rf3b2714ebfd149df" /><Relationship Type="http://schemas.openxmlformats.org/officeDocument/2006/relationships/slide" Target="/ppt/slides/slide9.xml" Id="R761a271647ae435c" /><Relationship Type="http://schemas.openxmlformats.org/officeDocument/2006/relationships/slide" Target="/ppt/slides/slide10.xml" Id="Rd8217b976aa1425b" /><Relationship Type="http://schemas.openxmlformats.org/officeDocument/2006/relationships/slide" Target="/ppt/slides/slide11.xml" Id="R8570d4c9abcc451c" /><Relationship Type="http://schemas.openxmlformats.org/officeDocument/2006/relationships/slide" Target="/ppt/slides/slide12.xml" Id="R8cbaa33fb62847e2" /><Relationship Type="http://schemas.openxmlformats.org/officeDocument/2006/relationships/slide" Target="/ppt/slides/slide13.xml" Id="R1bd76f2932dc46b5" /><Relationship Type="http://schemas.openxmlformats.org/officeDocument/2006/relationships/slide" Target="/ppt/slides/slide14.xml" Id="Rd08274c8c79d4a96" /><Relationship Type="http://schemas.openxmlformats.org/officeDocument/2006/relationships/slide" Target="/ppt/slides/slide15.xml" Id="R9972640ee4e84f2e" /><Relationship Type="http://schemas.openxmlformats.org/officeDocument/2006/relationships/slide" Target="/ppt/slides/slide16.xml" Id="Rfcf83c32e53d4808" /><Relationship Type="http://schemas.openxmlformats.org/officeDocument/2006/relationships/slide" Target="/ppt/slides/slide17.xml" Id="R46a9e559797f467d" /><Relationship Type="http://schemas.openxmlformats.org/officeDocument/2006/relationships/slide" Target="/ppt/slides/slide18.xml" Id="Re2c5942f47534a42" /><Relationship Type="http://schemas.openxmlformats.org/officeDocument/2006/relationships/slide" Target="/ppt/slides/slide19.xml" Id="Rf207892fa6d9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ae005ec5d4e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1403cef034995" /><Relationship Type="http://schemas.openxmlformats.org/officeDocument/2006/relationships/notesMaster" Target="/ppt/notesMasters/notesMaster1.xml" Id="R309bdc63d8e842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5349c8a5214095" /><Relationship Type="http://schemas.openxmlformats.org/officeDocument/2006/relationships/notesMaster" Target="/ppt/notesMasters/notesMaster1.xml" Id="R82a782a1026346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c5c519baf24efd" /><Relationship Type="http://schemas.openxmlformats.org/officeDocument/2006/relationships/notesMaster" Target="/ppt/notesMasters/notesMaster1.xml" Id="Raa7639db71a7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874440edd451d" /><Relationship Type="http://schemas.openxmlformats.org/officeDocument/2006/relationships/notesMaster" Target="/ppt/notesMasters/notesMaster1.xml" Id="R412ad75e5ce04b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d8c7f351a4b47" /><Relationship Type="http://schemas.openxmlformats.org/officeDocument/2006/relationships/notesMaster" Target="/ppt/notesMasters/notesMaster1.xml" Id="R15d98dc18890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3727838b1d4ef5" /><Relationship Type="http://schemas.openxmlformats.org/officeDocument/2006/relationships/notesMaster" Target="/ppt/notesMasters/notesMaster1.xml" Id="R5bf0a705e4814e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ad9333c834537" /><Relationship Type="http://schemas.openxmlformats.org/officeDocument/2006/relationships/notesMaster" Target="/ppt/notesMasters/notesMaster1.xml" Id="R8271272a863346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8e723fac374d4a" /><Relationship Type="http://schemas.openxmlformats.org/officeDocument/2006/relationships/notesMaster" Target="/ppt/notesMasters/notesMaster1.xml" Id="Rf0aa206a3e944c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80de229ac24ae2" /><Relationship Type="http://schemas.openxmlformats.org/officeDocument/2006/relationships/notesMaster" Target="/ppt/notesMasters/notesMaster1.xml" Id="Ra793626d3a0d45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7cd01ec69c43d9" /><Relationship Type="http://schemas.openxmlformats.org/officeDocument/2006/relationships/notesMaster" Target="/ppt/notesMasters/notesMaster1.xml" Id="Re1863e57fb44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76cf4d33a74459" /><Relationship Type="http://schemas.openxmlformats.org/officeDocument/2006/relationships/notesMaster" Target="/ppt/notesMasters/notesMaster1.xml" Id="R5a5923f98d974a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ae157e44c405a" /><Relationship Type="http://schemas.openxmlformats.org/officeDocument/2006/relationships/notesMaster" Target="/ppt/notesMasters/notesMaster1.xml" Id="Rb8ee98cc7b094b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b5c6c850314fb4" /><Relationship Type="http://schemas.openxmlformats.org/officeDocument/2006/relationships/notesMaster" Target="/ppt/notesMasters/notesMaster1.xml" Id="R8a613a6afc704b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9eb72f7f1f432e" /><Relationship Type="http://schemas.openxmlformats.org/officeDocument/2006/relationships/notesMaster" Target="/ppt/notesMasters/notesMaster1.xml" Id="R0b9e617f7b9241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05813d159c43c3" /><Relationship Type="http://schemas.openxmlformats.org/officeDocument/2006/relationships/notesMaster" Target="/ppt/notesMasters/notesMaster1.xml" Id="Reaf58a3f02f54d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4da975e61f4e0c" /><Relationship Type="http://schemas.openxmlformats.org/officeDocument/2006/relationships/notesMaster" Target="/ppt/notesMasters/notesMaster1.xml" Id="R5f510308026749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5bc833ca444dfa" /><Relationship Type="http://schemas.openxmlformats.org/officeDocument/2006/relationships/notesMaster" Target="/ppt/notesMasters/notesMaster1.xml" Id="R1cec3c491bf948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f07d383fc14dbc" /><Relationship Type="http://schemas.openxmlformats.org/officeDocument/2006/relationships/notesMaster" Target="/ppt/notesMasters/notesMaster1.xml" Id="Ref922c89b24e42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7730861c944fa4" /><Relationship Type="http://schemas.openxmlformats.org/officeDocument/2006/relationships/notesMaster" Target="/ppt/notesMasters/notesMaster1.xml" Id="R25b090f2bd08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Напомнете, че продължаваме един и същ проект. В първата част определихме мястото на business слоя и основните domain модели. Днес добавяме поведение и правила.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Изяснете границата: използваме малък console сценарий само за демонстрация. Той не е нов архитектурен слой и по-късно ще бъде заменен от service и MVC извиквания.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Ако структурата в първата презентация е леко различна, запазете имената на учениците. Важна е логическата организация Models и Rules, не точната папка.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Попитайте кои правила принадлежат само на един обект и кои изискват повече обекти. Това подготвя разграничението между entity methods и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кратко определение: инвариант е условие, което трябва да остава вярно преди и след всяка разрешена операция върху обекта.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Подчертайте защо AvailableCopies няма public set. Външният код не трябва директно да задава -1 или стойност над TotalCopies.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Проследете двата пътя. Важно е проверката да е преди промяната. BusinessRuleException е наш тип, който ще създадем на следващ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задълбочавайте в exception hierarchy. Целта е учениците да различат бизнес отказ от техническа повреда.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Свържете метода с инварианта. Ако използвахме public setter, всяка част от системата би могла да заобиколи правилото.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Моделът е опростен за учебни цели. По-късно ActiveLoansCount може да се изчислява от заеманията, но сега го използваме, за да направим правилото видимо.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как nullable DateOnly моделира липсваща дата. MarkReturned не позволява второ връщане на същото заемане.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Book не трябва да знае всичко за Reader. Когато правило обхваща няколко модела, отделна domain policy е по-ясна.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Тук използваме result object вместо exception за очакваното предварително решение. Entity методите продължават да пазят собствените инварианти.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Кодът продължава на следващия слайд. Обърнете внимание, че Check не извиква BorrowCopy и не променя Reader.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 LINQ Any накратко. Ако класът не го е изучавал, заменете с foreach. Логиката остава същата.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въвеждайте целия код непременно в часа. Слайдът показва реда: проверка, промяна на модели, създаване на Loan. Data слой по-късно ще запише резултата.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Минималният успех е Book методите и три policy проверки. По-бързите ученици добавят Loan правилото за двойно връщане.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Изпълнете сценариите ръчно или чрез малък console код. В част 3 същите сценарии ще се превърнат в автоматизирани unit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Очакваният отговор е BorrowingPolicy, защото правилото не принадлежи само на един entity. Завършете с подготовката за тестовете в последната част.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64f6002304e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05b26b6647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c8860da6e46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54b0d308a40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ba658be3941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acca1e7f6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7912BC-516C-4F9E-A2ED-86237ED79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E61262-5906-472F-B99D-A1F0BA4155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DCF83B-765E-4B9A-BEC9-24E510B8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6B59AA-D51C-404F-83D9-BE745C5E3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659738-2C81-4C28-827D-545790EF7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935DCB-5AFE-4228-B544-C128B5EC2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D5CDF7-F6AD-46D8-9058-0163FB713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C6582E-288B-419E-8C52-E9E41564F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3AF8F5-7BD9-4101-AEA9-96FC92A8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0B6019-2246-4882-8115-867A77C86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3ceafff6c4ad5" /><Relationship Type="http://schemas.openxmlformats.org/officeDocument/2006/relationships/slideLayout" Target="/ppt/slideLayouts/slideLayout1.xml" Id="Rb36bbf0d35c54950" /><Relationship Type="http://schemas.openxmlformats.org/officeDocument/2006/relationships/slideLayout" Target="/ppt/slideLayouts/slideLayout2.xml" Id="R8aca60b6382e494d" /><Relationship Type="http://schemas.openxmlformats.org/officeDocument/2006/relationships/slideLayout" Target="/ppt/slideLayouts/slideLayout3.xml" Id="Rafd36cd78ba24c32" /><Relationship Type="http://schemas.openxmlformats.org/officeDocument/2006/relationships/slideLayout" Target="/ppt/slideLayouts/slideLayout4.xml" Id="R52d0948647024afc" /><Relationship Type="http://schemas.openxmlformats.org/officeDocument/2006/relationships/slideLayout" Target="/ppt/slideLayouts/slideLayout5.xml" Id="R352b5685dfc8423c" /><Relationship Type="http://schemas.openxmlformats.org/officeDocument/2006/relationships/slideLayout" Target="/ppt/slideLayouts/slideLayout6.xml" Id="Rba54883708d1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bbf0d35c54950"/>
    <p:sldLayoutId xmlns:r="http://schemas.openxmlformats.org/officeDocument/2006/relationships" id="2147483650" r:id="R8aca60b6382e494d"/>
    <p:sldLayoutId xmlns:r="http://schemas.openxmlformats.org/officeDocument/2006/relationships" id="2147483651" r:id="Rafd36cd78ba24c32"/>
    <p:sldLayoutId xmlns:r="http://schemas.openxmlformats.org/officeDocument/2006/relationships" id="2147483652" r:id="R52d0948647024afc"/>
    <p:sldLayoutId xmlns:r="http://schemas.openxmlformats.org/officeDocument/2006/relationships" id="2147483653" r:id="R352b5685dfc8423c"/>
    <p:sldLayoutId xmlns:r="http://schemas.openxmlformats.org/officeDocument/2006/relationships" id="2147483654" r:id="Rba54883708d1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3ac37268444b7" /><Relationship Type="http://schemas.openxmlformats.org/officeDocument/2006/relationships/notesSlide" Target="/ppt/notesSlides/notesSlide1.xml" Id="R03fcecc064a04b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41fe8a4754e67" /><Relationship Type="http://schemas.openxmlformats.org/officeDocument/2006/relationships/notesSlide" Target="/ppt/notesSlides/notesSlide2.xml" Id="Re67f91da2d90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0723a9535415b" /><Relationship Type="http://schemas.openxmlformats.org/officeDocument/2006/relationships/notesSlide" Target="/ppt/notesSlides/notesSlide3.xml" Id="Rce11de2225c541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bb41453304ae3" /><Relationship Type="http://schemas.openxmlformats.org/officeDocument/2006/relationships/notesSlide" Target="/ppt/notesSlides/notesSlide4.xml" Id="R9a0146ed187d40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6a19a4cdc4a2a" /><Relationship Type="http://schemas.openxmlformats.org/officeDocument/2006/relationships/notesSlide" Target="/ppt/notesSlides/notesSlide5.xml" Id="R4d960f09285641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f01177bc74dbb" /><Relationship Type="http://schemas.openxmlformats.org/officeDocument/2006/relationships/notesSlide" Target="/ppt/notesSlides/notesSlide6.xml" Id="Rcf61720e23fb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56802c975415c" /><Relationship Type="http://schemas.openxmlformats.org/officeDocument/2006/relationships/notesSlide" Target="/ppt/notesSlides/notesSlide7.xml" Id="Re199d54fed1f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c80c8274040f4" /><Relationship Type="http://schemas.openxmlformats.org/officeDocument/2006/relationships/notesSlide" Target="/ppt/notesSlides/notesSlide8.xml" Id="R7420edbbd73d45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8a806d0174e86" /><Relationship Type="http://schemas.openxmlformats.org/officeDocument/2006/relationships/notesSlide" Target="/ppt/notesSlides/notesSlide9.xml" Id="Rc8c64f71e362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1a94febc04bfe" /><Relationship Type="http://schemas.openxmlformats.org/officeDocument/2006/relationships/notesSlide" Target="/ppt/notesSlides/notesSlide10.xml" Id="Rd2ffbf8df7d349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f5b1c2ed84f77" /><Relationship Type="http://schemas.openxmlformats.org/officeDocument/2006/relationships/notesSlide" Target="/ppt/notesSlides/notesSlide11.xml" Id="R646f3be3faee44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ea075c1e944fa" /><Relationship Type="http://schemas.openxmlformats.org/officeDocument/2006/relationships/notesSlide" Target="/ppt/notesSlides/notesSlide12.xml" Id="Rb20c2fed04fd4f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0c3f70d0947ae" /><Relationship Type="http://schemas.openxmlformats.org/officeDocument/2006/relationships/notesSlide" Target="/ppt/notesSlides/notesSlide13.xml" Id="R06782dd9484448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c6bd805c84161" /><Relationship Type="http://schemas.openxmlformats.org/officeDocument/2006/relationships/notesSlide" Target="/ppt/notesSlides/notesSlide14.xml" Id="Rccf2f927bb2e43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424c9111e472d" /><Relationship Type="http://schemas.openxmlformats.org/officeDocument/2006/relationships/notesSlide" Target="/ppt/notesSlides/notesSlide15.xml" Id="R7ddfd4a86f3a43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13db7876c41c2" /><Relationship Type="http://schemas.openxmlformats.org/officeDocument/2006/relationships/notesSlide" Target="/ppt/notesSlides/notesSlide16.xml" Id="Ra842cad55fe748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92feb2dec4168" /><Relationship Type="http://schemas.openxmlformats.org/officeDocument/2006/relationships/notesSlide" Target="/ppt/notesSlides/notesSlide17.xml" Id="R94610c5cd7b745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a539b75ab479a" /><Relationship Type="http://schemas.openxmlformats.org/officeDocument/2006/relationships/notesSlide" Target="/ppt/notesSlides/notesSlide18.xml" Id="R863abc9252de43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d24bc19194b7a" /><Relationship Type="http://schemas.openxmlformats.org/officeDocument/2006/relationships/notesSlide" Target="/ppt/notesSlides/notesSlide19.xml" Id="R4e1846a1a8a349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7CB06-979E-496E-9E28-C68B224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535DE-C4A0-4D4B-8046-4D08F45B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РПП • 12. клас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1FE8D-69F2-4225-8F44-7BF4A73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Създаване на бизнес слоя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52C67-3EC4-4FEA-B42F-1093F46A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Част 2 • Бизнес правила в SchoolLibrary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A6F14-5041-426B-8695-C0EE4737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33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E743B-98CA-4B25-B1F1-ACD1AD4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0C5B0-6678-42F9-AB4E-7B8FB07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242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ECF22-1AB1-451E-90DA-2BBB2BD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3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5D7A7-EDD3-4975-8CA9-6FE1021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33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3D84D-36E9-412D-97B9-25BDA51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9E697-7901-4A4D-B037-8B8FB96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E22C7-A4C0-4BB3-AF44-72EADA99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5F6DC-CC3E-4F78-879F-3216FC6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• практическо надграждане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1AF01-004A-420A-9AB8-B3C227E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Поредица „Бизнес слой“ • 2 от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37A44-D655-4846-A1CC-5F009128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00100"/>
            <a:ext cx="112395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207BF-DBE5-4D90-AA43-917AD4A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257300" cy="15621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2461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01D83-2659-4B0C-A133-2F5866D9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B3FC2-4034-4D3E-A864-4F131D7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Мястото на урока в поредицата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1C585-EC4D-4D4C-9DEE-8CB0AD5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DADF-E9E1-4827-A437-FE5A2C5D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A8AD0-0D68-4F40-9968-6AA399BD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01068-5C1E-4DAA-AA7B-26F32AC4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C81E7-C08A-4BDA-AD5B-34BC714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43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BE3F1-B10C-4C63-9229-7C763555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33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Модели и отговорности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A44D-CBF1-4459-9D73-E0C8CA8A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14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Book, Reader, Loan и граници на слоя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7FA07-2BF9-4702-B70A-6C02CA9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5139E-81E4-4670-9D7D-B60FB71F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34D8C-4161-4461-B4DF-C6C323E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62C94-CBAA-42A3-8F60-451217CD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Поведение и правила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99E4D-5EA7-43AA-9794-3BAD4262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заемане, връщане и BorrowingPolicy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A506C-A15C-4ABD-821E-FB3D8868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0210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FF378-2562-44CC-BCE4-2AA7775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2BF7F-78D1-435F-B616-E4AC5EB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Част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CD587-EB4A-40F8-8556-CE26507F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Проверка и завършване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AA0A8-198B-4268-B19D-990E666C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9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тестове, гранични случаи и refactoring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F0A1C-A18A-4B87-8A63-15BA6CC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Днешната версия трябва да работи без MVC, service слой и база данни.</a:t>
            </a:r>
          </a:p>
        </p:txBody>
      </p:sp>
    </p:spTree>
    <p:extLst>
      <p:ext uri="{BB962C8B-B14F-4D97-AF65-F5344CB8AC3E}">
        <p14:creationId xmlns:p14="http://schemas.microsoft.com/office/powerpoint/2010/main" val="89825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D6EAC-8194-4665-90A1-0EBF8B4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A62AE-BAC5-4671-B891-70BC451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имаме от част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17018-40CD-4885-8391-7F2DBE2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0728A-9E16-4A5B-AF65-F00DBF8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94C51-7FBA-45F2-B778-2D1C608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8FD8F-4ECC-4A0B-8EF7-2EF13C47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8D07E-BA44-49B0-B1AB-240A39D4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книга и наличност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775CB-5C14-4B8F-8513-18FC15FC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828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215BE-5F44-415E-A5D9-C70237F8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619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FC698-2546-4499-ABEC-2DAFD80C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714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112E5-2837-45ED-BF6E-D7F0251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019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читател и статус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3630-D871-4D25-99F0-9E279EE3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28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A61B8-1319-49A8-AB30-EAA74C6B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36F49-3315-4686-8253-BD98189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14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Loan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6DA3C-218E-4776-ADA0-6925CF9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19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заемане и срок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85232-B054-4F1D-A2AD-92A55B1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1828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806DF-13CB-4138-8B22-58CDDF1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6192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A98E6-B20D-4926-9203-9CBBB40A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7145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Business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930F7-4811-48F8-8831-369DBB3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0193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без UI и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E88A7-8E95-45D6-ACCF-599C542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05150"/>
            <a:ext cx="9067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59C13-8952-4CE8-B4A2-088A927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004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СТРУКТУРА НА ПРОЕКТА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826C4-7B8F-41A7-9D36-55EF952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67100"/>
            <a:ext cx="868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SchoolLibrary.Business/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Models/Book.cs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Models/Reader.cs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├── Models/Loan.cs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└── Rules/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F6F34-6762-460A-A4FC-246BFFC3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9067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8C592-0250-4299-91FE-898D2F5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Досега класовете основно пазят данни. Следващата стъпка е да защитят валидното си състояние.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1546062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A8381-9AB8-4E53-BF4C-69E8C67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260D-113B-41C8-8359-4C714B5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Бизнес правилата на библиотеката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3AA39-8A46-4D52-B949-72FCDA6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CCE0C-E86A-4551-8B39-54F7DD9A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382BB-296C-425F-8F8E-A1EB856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64F5B-EB86-4D7F-AEA0-718D77F4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3347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81764-824A-4664-9F71-1A9CF5A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525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Книга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1D849-7C8A-4013-AF8F-65C3EF4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858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 може да се заеме без наличен екземпляр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E805-DA74-4B9A-8C97-9883A06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73FCF-790C-474F-9D96-FA6DAF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4787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C8E3A-A852-4307-91A6-60BB5C0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Читател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8A8DF-598B-48C6-B71A-7A0D52E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трябва да бъде активен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AB675-0DC1-42EC-81F2-BA60A56C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6A945-BC98-4544-A7F5-1E7A7C9E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65B4D-635A-435C-92A6-B0B64AE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Лимит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96F9E-6B3B-4A02-8C7B-A678034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 3 активни заемания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97003-AE85-4B61-9CB2-7946573E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72174-CBE3-4C6A-8484-8AEB85C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A1357-A326-4C7B-8470-93DD447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Просрочие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8DE37-E523-483C-9327-9709CCA8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читател с просрочена книга не заема нова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0404F-6544-4A11-BB4E-F7749928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0210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4249F-9C01-4208-A6D9-D677435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91075"/>
            <a:ext cx="171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DAEF1-36AB-4032-8904-817D8FD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Връщане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FCC1F-4D2C-47BE-9D6F-B568E8B1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434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 може да върнем едно заемане два пъти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B98DE-0B66-4B43-9F25-3AC1B9D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Правилата трябва да важат независимо дали операцията идва от MVC, API или тест.</a:t>
            </a:r>
          </a:p>
        </p:txBody>
      </p:sp>
    </p:spTree>
    <p:extLst>
      <p:ext uri="{BB962C8B-B14F-4D97-AF65-F5344CB8AC3E}">
        <p14:creationId xmlns:p14="http://schemas.microsoft.com/office/powerpoint/2010/main" val="887112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7DA51-7B9C-4373-9429-07E300B1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BCABF-318A-4DDE-99EC-5CCBEB99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Инвариант: състояние, което винаги е валидно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BA90A-6158-427A-9493-926A4981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AA532-E349-46E5-BD82-D9BB0CC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D2A62-C50F-463B-90EC-89DC49D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B95C9-52C0-4DB2-B8CB-99ADF69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Пример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FF9E7-890E-4D1F-9A84-3866906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AvailableCopies трябва да е между 0 и TotalCopies.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9076-0243-42C2-A215-D87262F1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56008-9E63-4903-B2EA-F43FDCF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Защита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C0E4F-9C3A-4E23-B656-7B7C76B9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Промяната минава през методи BorrowCopy и ReturnCopy.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EA311-550B-4610-861E-8ADE707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333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A3EA9-820F-4821-AA9C-BF6A667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Полза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18F57-CF3A-4E42-85E6-19F05A3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990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Никой външен код не може да създаде отрицателна наличност.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80791-C057-435D-B3D7-A8C5106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9067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222B7-936E-44B5-8C64-55035C9D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052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ИНВАРИАНТ НА 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95F01-A9B2-4714-976A-485BD9F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 &lt;= AvailableCopies &amp;&amp; AvailableCopies &lt;= TotalCopies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31A4B-98EC-4F71-91FD-8C3D884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Обектът пази собствената си валидност, вместо да разчита всеки caller да помни правилата.</a:t>
            </a:r>
          </a:p>
        </p:txBody>
      </p:sp>
    </p:spTree>
    <p:extLst>
      <p:ext uri="{BB962C8B-B14F-4D97-AF65-F5344CB8AC3E}">
        <p14:creationId xmlns:p14="http://schemas.microsoft.com/office/powerpoint/2010/main" val="377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D4521-278E-4074-B41C-202CC03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FE12C-3581-4623-97E9-92F04F7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Book вече има поведение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C886A-7E96-48C5-A196-3EDF358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AEB60-D5EB-466A-9C78-C3BC6F82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D0DA-B3E1-42AF-A0E0-DC28236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4770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E73F2-66AA-48C1-991C-DEE6776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Models/Book.cs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60DFA-1A62-45F7-AD7C-4B5E458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6096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Book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Id { get; init; }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string Title { get; private set; } = string.Empty;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string Author { get; private set; } = string.Empty;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TotalCopies { get; private set; }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AvailableCopies { get; private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bool IsAvailable =&gt; AvailableCopies &gt; 0;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6A60F-EBE6-4374-A394-A484628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43000"/>
            <a:ext cx="3810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9F1EA-7273-4EE8-AC50-703D195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573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private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E89ED-4832-42F8-A1B9-E7A178E6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Промяната се контролира от 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C1ED-7D5D-4E88-BDAD-3BF348D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09800"/>
            <a:ext cx="3810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2316A-8FB4-48CB-9EC4-2BA1BDE5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IsAvailable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EE00F-3659-440C-ABD2-C6E55B7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Изчислено свойство от наличността.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EF94-7BAA-4082-8B1A-78BC2657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3810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D2806-B7CC-446E-AA07-4FD57CA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Поведение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F99CC-ED7D-4210-B616-5D9A016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83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Следва да добавим операции, не публични setters.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B5CF2-F28F-4B22-B1ED-2F4AAC3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Моделът не е само контейнер с данни. Той пази правилата за собственото си състояние.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1601595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50BC8-288F-49C9-83E9-044BD28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EF7FC-DEB0-4A0D-BB5B-2AA12BE3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Операция BorrowCopy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7E1B6-14E7-4A4F-A102-A939857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3D7F0-D1D2-438B-93A3-C3153298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0BF3E-36CB-4D88-A3EA-CA2C2E5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191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58FFB-C128-4C74-910F-21FB6CB4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51797-5659-4D63-81A7-6E5F720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810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BorrowCopy()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(!IsAvailable)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throw new BusinessRuleException(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"Няма наличен екземпляр.");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AvailableCopies--;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A85B8-618B-492D-8BE4-D84A984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6D2EB-CC43-4E18-8043-ACFFC41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9ACB-80B2-4BEA-8540-24307C5A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има ли копие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BCA43-2C4F-48CB-827D-8DBBC3B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95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C10CB-9D6B-4917-96B2-C06A9AE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E3C83-710A-4892-A955-3EBC196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81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9046E-EF05-4037-B1C0-1E8DEF1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7A8C2-80F1-432E-BC57-343212A1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E6369-BAB4-46F2-9A69-12A237A9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543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55844-BF35-4474-8CFF-526B0464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81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9E982-8FB1-42C4-82D1-7CD7AD29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863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-1 копие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B178C-9732-4D7C-A38C-E44F36D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5A1B5-F082-4EBF-ADA9-51978C48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716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Успех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2A918-79A8-45A0-9C1C-96991E17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335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Наличността се намалява точно с 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41726-480E-4690-BAE5-3C1070E5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28900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70007-4132-4EAE-9D0A-D4F50BCF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Невалидна операция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0BBCA-8BB8-48B0-B3E5-BB239B88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Състоянието не се променя и получаваме ясна грешка.</a:t>
            </a:r>
          </a:p>
        </p:txBody>
      </p:sp>
    </p:spTree>
    <p:extLst>
      <p:ext uri="{BB962C8B-B14F-4D97-AF65-F5344CB8AC3E}">
        <p14:creationId xmlns:p14="http://schemas.microsoft.com/office/powerpoint/2010/main" val="7809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F0A27-EE54-4B9D-A6D4-4A5C621A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94704-F210-426C-B300-C8CD41C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Ясна грешка за нарушено правило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24707-107A-43EE-BA68-AD0863A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6170B-A940-4D74-A3B9-23B99EF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DDEBB-DA60-4F87-955E-A691910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810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FE55F-8413-4068-9082-91D8E77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46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Common/BusinessRuleException.cs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CDE31-6057-44B7-B62E-41295B0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429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BusinessRuleException : Exception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BusinessRuleException(string message)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: base(message)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2C499-ECFA-4F56-89E3-35C02D5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573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4A639-FF80-4566-9FC4-4444D7A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7160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Какво означава?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8AB20-80C4-4EC6-A902-F4BCAEFC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13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Операцията е технически възможна, но нарушава правило на библиотеката.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F8B6E-AE73-488E-B4B5-DB771715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DEA5E-69CC-41C4-964C-EC03DD5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8605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Какво не е?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36DE9-5B83-4AAB-A06C-E1E91C7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413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 е грешка от база данни, HTTP или потребителски интерфейс.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58CF-E5AC-42E9-BF49-E305D143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4476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61E8B-91FB-4A6C-9C35-A341E82E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По-късно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C598F-81AC-42B6-B136-1D7D4E2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413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Service или controller ще преведе грешката към подходящ резултат за клиента.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49249-210B-4AB9-A1B3-1D295792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Business слоят описва причината, без да знае как тя ще бъде показана.</a:t>
            </a:r>
          </a:p>
        </p:txBody>
      </p:sp>
    </p:spTree>
    <p:extLst>
      <p:ext uri="{BB962C8B-B14F-4D97-AF65-F5344CB8AC3E}">
        <p14:creationId xmlns:p14="http://schemas.microsoft.com/office/powerpoint/2010/main" val="1286823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FC900-5099-4BBC-BEE5-53093AA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EC054-EE4B-4D12-B222-EF608B0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Операция ReturnCopy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29296-D8AD-4756-8B1B-04F0A2D1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595E3-55E6-4EC1-951C-8083BA60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DD29D-B1EC-44B4-9826-EE789470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477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8F1A0-8A71-4200-8C37-562D6250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613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Book.cs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8694E-0C53-4821-911E-149CFC4E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6096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void ReturnCopy()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(AvailableCopies &gt;= TotalCopies)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throw new BusinessRuleException(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"Всички екземпляри вече са налични.");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AvailableCopies++;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ED471-232A-46C1-8405-D955A8F9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38250"/>
            <a:ext cx="3810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6A789-FE90-4856-9285-B46B7AD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122CD-28F1-4672-B66B-CA94866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 позволяваме AvailableCopies да надмине TotalCopies.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1AE5B-1450-49C2-B19C-08757D7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3810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3FE43-2162-4847-8617-9A0CBFD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Промяна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5B833-B5E8-442B-8F88-670564A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Валидното връщане увеличава наличността с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03CD9-9C83-4A1F-95EC-FC46B0A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810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961ED-6589-4EBC-BEDF-9BBBB59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Инвариант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FB0C9-FA30-4412-83E2-673C3AE7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Остава вярно AvailableCopies ≤ TotalCopies.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2DA73-42AA-441D-B874-86C909FC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BorrowCopy и ReturnCopy са единствените разрешени промени на наличността.</a:t>
            </a:r>
          </a:p>
        </p:txBody>
      </p:sp>
    </p:spTree>
    <p:extLst>
      <p:ext uri="{BB962C8B-B14F-4D97-AF65-F5344CB8AC3E}">
        <p14:creationId xmlns:p14="http://schemas.microsoft.com/office/powerpoint/2010/main" val="1484684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0E8A6-208B-48F2-A6D3-EC6D542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E1BE-2FE6-4C7B-A1BF-4DA6B00F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Reader пази собственото си състояние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DD047-F2A3-4C0D-ADC7-D614F2E7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DE493-9540-4EC1-959D-F1FCCCB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9199E-EF55-4068-A7BE-8410B92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5722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92EA-AF3E-4692-8D27-F58670EE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965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Models/Reader.cs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600B7-4593-45AB-B613-C36E15D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6191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Reader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Id { get; init; }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string FullName { get; private set; } = string.Empty;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bool IsActive { get; private set; } = true;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ActiveLoansCount { get; private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void RegisterLoan() =&gt; ActiveLoansCount++;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void RegisterReturn()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(ActiveLoansCount &gt; 0) ActiveLoansCount--;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A083E-12B6-4DD6-9121-718A658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66800"/>
            <a:ext cx="3714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8173E-3BF7-486F-9718-E26C6C1F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811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IsActive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287ED-5FFA-4DB4-92AC-130EB792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7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Може ли читателят да използва услугата?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2B9AA-50E2-4088-8EF4-FA7EE87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714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E75E2-BF66-4A7A-AA88-0EC2EE4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ActiveLoansCount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53799-7033-45F6-BAEC-B6D5F35A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622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Колко активни книги има в момента?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F87BA-328E-4DD9-9420-21068F4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05200"/>
            <a:ext cx="3714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1BFCD-2994-46A3-BF56-4030506B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Методи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9B145-6B0A-4600-8FEF-17E9B88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814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Броят се променя чрез операции, а не с public 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F0140-23FB-497F-800C-4AB16413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Ограничението до 3 книги ще бъде проверено от обща policy.</a:t>
            </a:r>
          </a:p>
        </p:txBody>
      </p:sp>
    </p:spTree>
    <p:extLst>
      <p:ext uri="{BB962C8B-B14F-4D97-AF65-F5344CB8AC3E}">
        <p14:creationId xmlns:p14="http://schemas.microsoft.com/office/powerpoint/2010/main" val="1309299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69736-B670-4D67-B8DA-F470EAE5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A92C-9B3F-4971-9503-FA36B13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Loan управлява жизнения цикъл на заемането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D3984-D968-4F64-86E0-A04866EA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3BEA-EA33-4407-A0AE-F1F71F90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76AF0-FB7B-4893-B870-001F55A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858000" cy="4991100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5E671-91DA-48DC-952F-FDCE058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Models/Loan.cs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DA596-4F2D-4111-A1BE-B1BBF26F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64770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class Loan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BookId { get; init; }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int ReaderId { get; init; }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DateOnly BorrowedOn { get; init; }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DateOnly DueDate { get; init; }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DateOnly? ReturnedOn { get; private set;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bool IsReturned =&gt; ReturnedOn is not null;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bool IsOverdue(DateOnly today) =&gt;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!IsReturned &amp;&amp; DueDate &lt; today;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void MarkReturned(DateOnly returnedOn)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(IsReturned) throw new BusinessRuleException(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"Заемането вече е приключено.");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ReturnedOn = returnedOn;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ACB8B-C95E-4E6A-B6E9-2B7E098F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858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C7F0C-D53E-420D-89B0-9A2E7C1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001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Активно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11AF1-DABE-430E-AFB2-5075A446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ReturnedOn е null.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20FD5-3E95-4AF9-A50B-2A586E9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ECE1-8EE9-4489-982F-34A6657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Просрочено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D63E4-8CC4-4543-85C8-0CF1E0B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Срокът е минал и книгата не е върната.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D6553-C946-40D7-A48D-F2AD1F13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2ECBB-17F5-4E85-A1CD-42206BB3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Приключено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FDCB7-9DC4-4EFC-9E9F-8577AA79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ReturnedOn съдържа дата.</a:t>
            </a:r>
          </a:p>
        </p:txBody>
      </p:sp>
    </p:spTree>
    <p:extLst>
      <p:ext uri="{BB962C8B-B14F-4D97-AF65-F5344CB8AC3E}">
        <p14:creationId xmlns:p14="http://schemas.microsoft.com/office/powerpoint/2010/main" val="8022721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03937-569C-4FBD-8079-6566C19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DA0AF-90E0-4AD1-A435-7C6223D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Къде поставяме правило с няколко обекта?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7CBB-1004-4E61-83C6-53524E0D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73B63-28C5-4EFF-B064-D1FFC9F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1A98A-E4E0-4CE1-8814-0E86B27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333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11A12-320D-4636-BFA0-E6F660F9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60A57-FAC1-4B40-A1B8-4DF3FA7B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Знае дали има наличен екземпляр.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141B-4949-46FF-9D73-A3CCF0D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3333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90B6D-7BCC-4AA6-8A97-C04692A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4E750-2FD9-4A4A-97A3-F76282A4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Знае дали е активен и колко книги има.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69A48-7E51-41F8-85B7-EB01CAEA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333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518ED-A364-47FF-84C6-859AEAA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Loan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08179-16D2-4DBE-BF79-4133F415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990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Знае дали конкретно заемане е просрочено.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7FCAD-AF7F-46CF-A5FE-A8BC1F14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E2289-FF7E-4BD3-AD49-0456426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924F4-69D4-4989-89DE-E68A0C4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64C9F-29E3-4190-9365-F82AA09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41529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EEC55-A6A0-4903-A97C-AE060234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9433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FBF98-2CA2-46B9-BBD3-752ECCB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40386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B1D31-41E5-41E6-9261-2B6CA68C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43434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active + 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13F8E-5B00-49FA-80E0-A294666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529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23825-A88F-4D5A-8175-3846432D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433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22710-9F5E-4C2B-8FC6-A35D7FD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386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Loans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D59E7-A4E5-44FE-94CF-FE5E7427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434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overdue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EFA58-CE13-4346-A296-C325C90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41529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85A33-697C-41EC-964D-9432EC7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39433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F6E6B-B12A-4134-A412-B8FEEE4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40386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1DADC-249A-4175-ABCF-B9D48E5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43434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89A02-1657-4A34-AA30-6281D5EF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BorrowingPolicy комбинира фактите, без един модел да поема чужди отговорности.</a:t>
            </a:r>
          </a:p>
        </p:txBody>
      </p:sp>
    </p:spTree>
    <p:extLst>
      <p:ext uri="{BB962C8B-B14F-4D97-AF65-F5344CB8AC3E}">
        <p14:creationId xmlns:p14="http://schemas.microsoft.com/office/powerpoint/2010/main" val="15328367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9057F-1093-4D9D-A3B1-F57DCE2A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A82A-56C1-440C-9BD3-0E6CD40A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Резултатът от проверката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6304E-38A0-4F3D-B1F6-12CF379F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2134E-4FAC-4687-994E-412A296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46A65-1A1C-4CDB-BC61-67BBB10A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EAC16-9DD7-4189-9C5A-18E508FA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Rules/BorrowingResult.cs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F7968-2A1C-4262-9924-B564CD6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581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record BorrowingResult(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bool IsAllowed,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string? Error)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static BorrowingResult Allowed() =&gt;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new(true, null);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static BorrowingResult Rejected(string error) =&gt;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new(false, error);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3D2AC-1D7C-4668-BF56-0DEBCA59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00150"/>
            <a:ext cx="4095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EC253-E86A-4458-BEF7-78F9AE7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144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Allowed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6E484-9F13-413D-B346-5B78D81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Операцията може да продължи.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E592F-EBE1-4A1F-810E-AF1D6363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095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8A020-2639-4343-A177-14919676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Rejected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40BC8-D911-49F7-B828-271BB95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Операцията спира с разбираема причина.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AA4C1-B0E2-468A-AE72-A2A5FFFA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38550"/>
            <a:ext cx="4095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BD73C-F46A-43BD-8BE7-9ECDE81E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5285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Без UI зависимост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C723D-0117-4058-B589-1DA1FFC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 връща HTML, HTTP status или MVC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B1B78-C229-4CDC-BCF9-54FFB80B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Policy проверява. Entity методите променят състоянието след успешно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2018581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4C5FC-2822-47F4-8DF1-965E17F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2C9D-7B66-4F4B-B0EC-155B436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BorrowingPolicy: първите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6584D-5726-4DA0-AE73-57FB5A0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71C46-4303-489C-BD99-07BD9AB3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C9927-0BB7-423A-BCA9-0EEB297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8580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7BB41-49A5-4512-99C3-D5990B7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Rules/BorrowingPolicy.cs • част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89A5-0BAE-4B17-8F73-8D2DD5E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6477000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public static class BorrowingPolicy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const int MaxActiveLoans =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public static BorrowingResult Check(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Book book,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Reader reader,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IEnumerable&lt;Loan&gt; readerLoans,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DateOnly today)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(!reader.IsActive)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return BorrowingResult.Rejected(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    "Читателят не е активен.");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(!book.IsAvailable)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return BorrowingResult.Rejected(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    "Няма наличен екземпляр.");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49F43-E447-4A55-B3E5-A6736909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6680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D39AA-CDEF-4394-8D99-863A5B13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811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F13EC-CF0B-48D2-92BB-F0DF3846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Получава нужните модели и текущата дата.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F821-0B4B-4D69-9DE5-0DD016A5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C147B-7607-46C2-B21B-A6E9330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Ред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907E9-117B-4964-A9A8-70F0DA46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Първо проверяваме условията без промяна на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E9829-0DD9-4C14-9B34-4F3E3D10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6D89D-796D-4E85-9BEC-B845A57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Отговор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A3E2B-4058-409B-A31F-3BA3C3B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37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Връщаме конкретна причина за отказ.</a:t>
            </a:r>
          </a:p>
        </p:txBody>
      </p:sp>
    </p:spTree>
    <p:extLst>
      <p:ext uri="{BB962C8B-B14F-4D97-AF65-F5344CB8AC3E}">
        <p14:creationId xmlns:p14="http://schemas.microsoft.com/office/powerpoint/2010/main" val="19271789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7D558-1F97-42A5-B857-4C1DAF4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13E4B-08C4-4EF6-848A-B7FEA63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BorrowingPolicy: лимит и просрочие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EEF6-544F-42E5-91F1-B09E9281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27E0-037F-45DD-A71B-2A154F4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05508-E9DE-4E13-8CF2-1303884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6675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1E049-6019-44B0-B5AE-C989618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Rules/BorrowingPolicy.cs • част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27E0F-10F2-43F1-B586-D246145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628650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(reader.ActiveLoansCount &gt;= MaxActiveLoans)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return BorrowingResult.Rejected(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    "Достигнат е лимитът от 3 книги.");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bool hasOverdueLoan = readerLoans.Any(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loan =&gt; loan.IsOverdue(today));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(hasOverdueLoan)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return BorrowingResult.Rejected(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    "Има просрочено заемане.");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return BorrowingResult.Allowed();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C90A2-A0C5-4B70-8833-5DB42B5D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81100"/>
            <a:ext cx="3619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80894-31C4-41BF-9771-D38AC85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954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Лимит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5FB53-DA03-495E-BA54-269183EE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Три активни книги са максимумът.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8EFA3-F133-4DC2-9C2B-9D240990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43150"/>
            <a:ext cx="3619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7A631-7EF7-49CE-9177-4636F92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Any(...)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7D80C-84BB-4866-86EA-1F158E0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Достатъчно е едно просрочено заемане.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92A58-6290-4BA8-B5F6-EFE5C6C9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3619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0D3FC-8BB1-41C6-B2CE-D8B10059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Allowed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2DB75-7459-4AC8-BAB1-0617BC9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Всички проверки са преминати.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6BA42-BAD9-465F-819F-EA974057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Редът на проверките определя коя причина ще види caller-ът първо.</a:t>
            </a:r>
          </a:p>
        </p:txBody>
      </p:sp>
    </p:spTree>
    <p:extLst>
      <p:ext uri="{BB962C8B-B14F-4D97-AF65-F5344CB8AC3E}">
        <p14:creationId xmlns:p14="http://schemas.microsoft.com/office/powerpoint/2010/main" val="21188658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25167-4C70-4939-B112-0CDC5F7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DA98-D807-483C-BB3A-2B0966D8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Демонстрационен сценарий без база данни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E9ED0-1D01-4021-B0FC-DA9801D1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D3937-AAA0-45D5-9C01-8E8C6A2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C48EB-4A2B-4C51-9C63-D8CD7914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8580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E1F26-63AB-4244-9730-0D6F7E0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ВРЕМЕНЕН CONSOLE СЦЕНАРИЙ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CCF22-DE85-4DF6-9B13-0C45CEA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477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today = new DateOnly(2026, 10, 8);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loans = new List&lt;Loan&gt;();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BorrowingResult result = BorrowingPolicy.Check(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book, reader, loans, today);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if (result.IsAllowed)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book.BorrowCopy();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reader.RegisterLoan();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var loan = new Loan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BookId = book.Id,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ReaderId = reader.Id,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BorrowedOn = today,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DueDate = today.AddDays(14)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loans.Add(loan);</a:t>
            </a:r>
          </a:p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D513E-EE80-4A35-85C2-AEFDCF8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43000"/>
            <a:ext cx="361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FF7B9-8AB3-4A42-ABD5-3516011B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573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Цел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8F48B-EF50-4713-9BFF-15FEEB00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Проверяваме business логиката самостоятелно.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1EEDD-2181-4EFD-A1EE-B8E8F2CE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361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8AECE-F20F-48FB-AAD8-CE13B99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Не е data слой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24A00-7C2E-4876-A210-C46CA00A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List&lt;Loan&gt; е временна колекция.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080B5-7CB6-4B7A-A375-A4F09725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48100"/>
            <a:ext cx="361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93854-A366-49DD-963F-FFDBF15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По-късно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1E84F-C2AC-4C97-92C3-9FE4517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Service ще координира този use case.</a:t>
            </a:r>
          </a:p>
        </p:txBody>
      </p:sp>
    </p:spTree>
    <p:extLst>
      <p:ext uri="{BB962C8B-B14F-4D97-AF65-F5344CB8AC3E}">
        <p14:creationId xmlns:p14="http://schemas.microsoft.com/office/powerpoint/2010/main" val="37424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23F4E-F944-4555-87E4-F81A2647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A294C-F41D-4A41-9059-DE4C8FD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Практическа задача: довършете правилата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1CF9-6BA5-4CC9-A1FB-ED7062F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AAFD1-2E7F-4670-A718-29A3BA71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FC4DA-8568-4F8A-AEF0-C26974D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9906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71EBF-C9F6-4222-8C0F-83FA6B3E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430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E89EF-67CD-45AC-9EC1-49D545A7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62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FEB67-B399-49E9-AACF-EE8C5E3E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0858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IsAvailable в 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64CE1-D568-4BAD-9C5F-8AFD3EF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F2A15-F5DF-4350-A63A-68B0B6A7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94B1F-B13C-4914-AF0C-6EC9596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7D570-E1A4-4ACC-9730-147E031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Реализирайте BorrowCopy и ReturnCopy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DDA50-1CC1-409E-AAA6-1087384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0B8EC-387B-4CA8-9596-24A4308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F1D89-3A00-4DA1-B868-10D64C27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0F29E-3276-428F-8211-A1D94C3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IsOverdue и MarkReturned в Loan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966CC-AD59-4F78-A29A-C1D2E1B4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095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94613-F0A2-4DCF-BD06-DC2F8113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EBB14-2A39-4636-BCEF-4D25090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BE63C-71A4-4AA5-AA71-48ABF1D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Създайте BorrowingResult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EB5E2-3AFC-4AE3-A3B0-418E9DE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944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BFBCF-FF05-47CB-90D7-3FAFD06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9478A-594E-469C-92AE-1EDEE9C5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C4EF8-4B76-40FF-B620-542C8251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Реализирайте поне 3 проверки в BorrowingPolicy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32BE3-2BBE-4D65-9FCA-C6CD50C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Работа по двойки • 12–15 минути</a:t>
            </a:r>
          </a:p>
        </p:txBody>
      </p:sp>
    </p:spTree>
    <p:extLst>
      <p:ext uri="{BB962C8B-B14F-4D97-AF65-F5344CB8AC3E}">
        <p14:creationId xmlns:p14="http://schemas.microsoft.com/office/powerpoint/2010/main" val="588531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EDA41-D324-4C25-8534-F3833299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041A4-7379-439F-ABD4-7AFBF169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 с четири сценария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4486D-1770-475E-93F6-9CC40723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ИП–РПП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24735-0247-4AFC-B28E-3C331568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786F0-C874-486A-8638-FE1813B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239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DBDF4-E7B7-4B94-8453-97FCF3C3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57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Има копие + активен читател + 0 заема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309B4-323B-48C1-974C-67F3DADD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33500"/>
            <a:ext cx="3143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D8BD9-EA62-42F6-A69F-FF575B4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5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Allowed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0333D-E1DF-4C58-9075-4D852DB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118F5-0F89-49D5-97ED-72F1A828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Няма налично копие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58AF7-6849-41DD-AD94-A07BCC6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3143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288EF-E262-4836-A187-E6FBD130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19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Rejected: няма наличност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FE3C5-FC54-4BDE-AB76-1CC9DAFE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9F423-056C-49F8-BF49-F21D3443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Читателят има 3 активни заема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71BA9-3FF0-47D5-AB27-A51E5486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67100"/>
            <a:ext cx="3143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C680E-B420-48A0-9E06-7200B179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86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Rejected: достигнат лимит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08FDC-42AE-44C3-A803-B1CE519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0210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2708E-4F9A-4A60-A67B-C16EEBE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Има поне едно просрочено заемане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57AE4-7E14-4109-A9C8-8AFBE484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3143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4EC00-28D3-49BE-85ED-DF55746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Rejected: просрочие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3828D-331C-4531-A2A8-71E63898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Не проверяваме само успешния случай. Бизнес правилата се виждат най-добре при отказ.</a:t>
            </a:r>
          </a:p>
        </p:txBody>
      </p:sp>
    </p:spTree>
    <p:extLst>
      <p:ext uri="{BB962C8B-B14F-4D97-AF65-F5344CB8AC3E}">
        <p14:creationId xmlns:p14="http://schemas.microsoft.com/office/powerpoint/2010/main" val="8205343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7CBDD-015B-428A-9C72-B4908AE4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F008E-48C3-4D15-A9DD-2E2E5B5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изходен билет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1D131-CA6A-4B77-851E-1D9B0AF0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ЧАСТ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ECAE8-3460-4E42-B2E3-7A78B57E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3F02C-F339-428C-B1E2-8E6095AE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CB489-673D-494E-85DB-FA641E63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0F05E-BCC3-49B7-8B00-02BDC48C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пази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4B2CC-F9AB-4B68-B4E6-6DDF853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CE9D-AC96-412C-B833-8A26836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57B33-4F48-4980-AD20-BF88B81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F9AD8-825D-48C7-9993-58BC2ECA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валидна промяна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F34A9-9987-462D-9A6C-F896CD79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14A58-EC19-488F-8C6C-D7010693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957B9-18F2-4B41-A531-1F41464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830FD-6FE1-49FE-8935-F37962A0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общи правила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56F7B-BB15-4468-A362-32836972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16002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>
            <a:def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0A0DB-7382-4119-9709-714D727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390650"/>
            <a:ext cx="26146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C3C35-41C5-4E57-AFE8-0BAA83C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485900"/>
            <a:ext cx="24241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837E9-A215-4FFC-95E2-88A91E0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790700"/>
            <a:ext cx="24241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решение + причина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E49BD-B4F4-4D2F-AB30-4FBECE6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210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C6A17-74EC-4204-83DA-D5FCDA97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22F25-5B61-4973-A8F6-9AF4ADC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Къде поставяме правилото „не може да се заеме книга, ако читателят има просрочено заемане“ и защо?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22C0C-1264-4880-8176-7EDAFB9D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9067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B1E3F-BEF3-4F98-B784-670AB38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01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2B5DD-6C13-4566-BD44-1CC46FD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BorrowingPolicy — правилото използва Reader, Book и колекция от Loan.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88B71-DA36-440E-BEAC-172CF65E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Следва: част 3 — unit tests, гранични случаи и завършване на business слоя.</a:t>
            </a:r>
          </a:p>
        </p:txBody>
      </p:sp>
    </p:spTree>
    <p:extLst>
      <p:ext uri="{BB962C8B-B14F-4D97-AF65-F5344CB8AC3E}">
        <p14:creationId xmlns:p14="http://schemas.microsoft.com/office/powerpoint/2010/main" val="35620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2026-10-08T18:11:52.5670000Z</dcterms:created>
  <dcterms:modified xsi:type="dcterms:W3CDTF">2026-10-08T18:11:52.5670000Z</dcterms:modified>
</coreProperties>
</file>