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fa88ac39f04390" /><Relationship Type="http://schemas.openxmlformats.org/officeDocument/2006/relationships/extended-properties" Target="/docProps/app.xml" Id="R3c50f3aa61c24c0c" /><Relationship Type="http://schemas.openxmlformats.org/officeDocument/2006/relationships/officeDocument" Target="/ppt/presentation.xml" Id="R2514898ea91f40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3c1ce9d95a4e6c"/>
  </p:sldMasterIdLst>
  <p:notesMasterIdLst>
    <p:notesMasterId xmlns:r="http://schemas.openxmlformats.org/officeDocument/2006/relationships" r:id="Raa8becb1daa74251"/>
  </p:notesMasterIdLst>
  <p:sldIdLst>
    <p:sldId xmlns:r="http://schemas.openxmlformats.org/officeDocument/2006/relationships" id="256" r:id="Rbc4ca5f2bb5b4dab"/>
    <p:sldId xmlns:r="http://schemas.openxmlformats.org/officeDocument/2006/relationships" id="257" r:id="R1b399aca59544258"/>
    <p:sldId xmlns:r="http://schemas.openxmlformats.org/officeDocument/2006/relationships" id="258" r:id="Rff7975928ec74f59"/>
    <p:sldId xmlns:r="http://schemas.openxmlformats.org/officeDocument/2006/relationships" id="259" r:id="R4c2e5c861e864477"/>
    <p:sldId xmlns:r="http://schemas.openxmlformats.org/officeDocument/2006/relationships" id="260" r:id="Rf836971146054900"/>
    <p:sldId xmlns:r="http://schemas.openxmlformats.org/officeDocument/2006/relationships" id="261" r:id="Re8803b27d0e34b4a"/>
    <p:sldId xmlns:r="http://schemas.openxmlformats.org/officeDocument/2006/relationships" id="262" r:id="R12403e9bddc449f8"/>
    <p:sldId xmlns:r="http://schemas.openxmlformats.org/officeDocument/2006/relationships" id="263" r:id="Rfdc40c0f9e5c4d06"/>
    <p:sldId xmlns:r="http://schemas.openxmlformats.org/officeDocument/2006/relationships" id="264" r:id="R887ad268780c49be"/>
    <p:sldId xmlns:r="http://schemas.openxmlformats.org/officeDocument/2006/relationships" id="265" r:id="R22e3cb5c4c85457e"/>
    <p:sldId xmlns:r="http://schemas.openxmlformats.org/officeDocument/2006/relationships" id="266" r:id="Rae91e541ae104319"/>
    <p:sldId xmlns:r="http://schemas.openxmlformats.org/officeDocument/2006/relationships" id="267" r:id="Re06f1d6ca25a45a5"/>
    <p:sldId xmlns:r="http://schemas.openxmlformats.org/officeDocument/2006/relationships" id="268" r:id="R3f12c0d9469044a1"/>
    <p:sldId xmlns:r="http://schemas.openxmlformats.org/officeDocument/2006/relationships" id="269" r:id="Rbb0a449abd574f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7ce74f24c74062" /><Relationship Type="http://schemas.openxmlformats.org/officeDocument/2006/relationships/slideMaster" Target="/ppt/slideMasters/slideMaster1.xml" Id="R133c1ce9d95a4e6c" /><Relationship Type="http://schemas.openxmlformats.org/officeDocument/2006/relationships/notesMaster" Target="/ppt/notesMasters/notesMaster1.xml" Id="Raa8becb1daa74251" /><Relationship Type="http://schemas.openxmlformats.org/officeDocument/2006/relationships/presProps" Target="/ppt/presProps.xml" Id="R66dddd0d219049f9" /><Relationship Type="http://schemas.openxmlformats.org/officeDocument/2006/relationships/tableStyles" Target="/ppt/tableStyles.xml" Id="Re3e84b2725924060" /><Relationship Type="http://schemas.openxmlformats.org/officeDocument/2006/relationships/slide" Target="/ppt/slides/slide1.xml" Id="Rbc4ca5f2bb5b4dab" /><Relationship Type="http://schemas.openxmlformats.org/officeDocument/2006/relationships/slide" Target="/ppt/slides/slide2.xml" Id="R1b399aca59544258" /><Relationship Type="http://schemas.openxmlformats.org/officeDocument/2006/relationships/slide" Target="/ppt/slides/slide3.xml" Id="Rff7975928ec74f59" /><Relationship Type="http://schemas.openxmlformats.org/officeDocument/2006/relationships/slide" Target="/ppt/slides/slide4.xml" Id="R4c2e5c861e864477" /><Relationship Type="http://schemas.openxmlformats.org/officeDocument/2006/relationships/slide" Target="/ppt/slides/slide5.xml" Id="Rf836971146054900" /><Relationship Type="http://schemas.openxmlformats.org/officeDocument/2006/relationships/slide" Target="/ppt/slides/slide6.xml" Id="Re8803b27d0e34b4a" /><Relationship Type="http://schemas.openxmlformats.org/officeDocument/2006/relationships/slide" Target="/ppt/slides/slide7.xml" Id="R12403e9bddc449f8" /><Relationship Type="http://schemas.openxmlformats.org/officeDocument/2006/relationships/slide" Target="/ppt/slides/slide8.xml" Id="Rfdc40c0f9e5c4d06" /><Relationship Type="http://schemas.openxmlformats.org/officeDocument/2006/relationships/slide" Target="/ppt/slides/slide9.xml" Id="R887ad268780c49be" /><Relationship Type="http://schemas.openxmlformats.org/officeDocument/2006/relationships/slide" Target="/ppt/slides/slide10.xml" Id="R22e3cb5c4c85457e" /><Relationship Type="http://schemas.openxmlformats.org/officeDocument/2006/relationships/slide" Target="/ppt/slides/slide11.xml" Id="Rae91e541ae104319" /><Relationship Type="http://schemas.openxmlformats.org/officeDocument/2006/relationships/slide" Target="/ppt/slides/slide12.xml" Id="Re06f1d6ca25a45a5" /><Relationship Type="http://schemas.openxmlformats.org/officeDocument/2006/relationships/slide" Target="/ppt/slides/slide13.xml" Id="R3f12c0d9469044a1" /><Relationship Type="http://schemas.openxmlformats.org/officeDocument/2006/relationships/slide" Target="/ppt/slides/slide14.xml" Id="Rbb0a449abd574f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04134ae8a34b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f5f97cb8854cde" /><Relationship Type="http://schemas.openxmlformats.org/officeDocument/2006/relationships/notesMaster" Target="/ppt/notesMasters/notesMaster1.xml" Id="R1882db61eda94a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d09df6002c4f27" /><Relationship Type="http://schemas.openxmlformats.org/officeDocument/2006/relationships/notesMaster" Target="/ppt/notesMasters/notesMaster1.xml" Id="R92390fb556544d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f2827d162f49cf" /><Relationship Type="http://schemas.openxmlformats.org/officeDocument/2006/relationships/notesMaster" Target="/ppt/notesMasters/notesMaster1.xml" Id="R5381206a4a5142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b282abd6664096" /><Relationship Type="http://schemas.openxmlformats.org/officeDocument/2006/relationships/notesMaster" Target="/ppt/notesMasters/notesMaster1.xml" Id="R894334fd7cb144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0ce844ffb54b0a" /><Relationship Type="http://schemas.openxmlformats.org/officeDocument/2006/relationships/notesMaster" Target="/ppt/notesMasters/notesMaster1.xml" Id="R256ada9aa4724e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6cd28b97a342fb" /><Relationship Type="http://schemas.openxmlformats.org/officeDocument/2006/relationships/notesMaster" Target="/ppt/notesMasters/notesMaster1.xml" Id="Rada66d600fee43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a33bf223b44b42" /><Relationship Type="http://schemas.openxmlformats.org/officeDocument/2006/relationships/notesMaster" Target="/ppt/notesMasters/notesMaster1.xml" Id="R88085b98fa0d4c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ace6f6b58f4adf" /><Relationship Type="http://schemas.openxmlformats.org/officeDocument/2006/relationships/notesMaster" Target="/ppt/notesMasters/notesMaster1.xml" Id="Rea8c8fb0c46d4c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e5b85424844e01" /><Relationship Type="http://schemas.openxmlformats.org/officeDocument/2006/relationships/notesMaster" Target="/ppt/notesMasters/notesMaster1.xml" Id="Rf4c4bc4f40b043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aa91edee2446b4" /><Relationship Type="http://schemas.openxmlformats.org/officeDocument/2006/relationships/notesMaster" Target="/ppt/notesMasters/notesMaster1.xml" Id="R7165d3b706444d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b1f155da344860" /><Relationship Type="http://schemas.openxmlformats.org/officeDocument/2006/relationships/notesMaster" Target="/ppt/notesMasters/notesMaster1.xml" Id="R84135a3df4d74a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4e165cc47d4279" /><Relationship Type="http://schemas.openxmlformats.org/officeDocument/2006/relationships/notesMaster" Target="/ppt/notesMasters/notesMaster1.xml" Id="R49523d49057048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fc59b0767245e8" /><Relationship Type="http://schemas.openxmlformats.org/officeDocument/2006/relationships/notesMaster" Target="/ppt/notesMasters/notesMaster1.xml" Id="R42e07b834f8c44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4f4ecb824a4981" /><Relationship Type="http://schemas.openxmlformats.org/officeDocument/2006/relationships/notesMaster" Target="/ppt/notesMasters/notesMaster1.xml" Id="R067120cbe6534b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Обяснете, че използваме съвременния ASP.NET Core MVC, а не стария ASP.NET MVC за .NET Framework. Проектът SchoolLibrary Mini ще се развива през всички следващи теми.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MVC е подходящ за курса, защото запазва силната връзка с изучените HTTP заявки и клиент-сървър комуникация. Официално MVC е framework за web apps и APIs чрез Model-View-Controller pattern. Източник: https://learn.microsoft.com/en-us/aspnet/core/mvc/overview?view=aspnetcore-10.0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Покажете, че текущият урок определя рамката. Следващите часове няма да бъдат отделни упражнения, а версии на едно приложение.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Това е първоначален domain vocabulary. Не е необходимо още да определяте всички свойства и релации.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MVC pattern разделя приложението на Models, Views и Controllers. Microsoft препоръчва business logic да се изнася от controller. Източник: https://learn.microsoft.com/en-us/aspnet/core/mvc/overview?view=aspnetcore-10.0#mvc-pattern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Маршрутизирането съпоставя входящ URL с controller action. Примерният default route е controller/action/id. Източник: https://learn.microsoft.com/en-us/aspnet/core/mvc/controllers/routing?view=aspnetcore-10.0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Кодът е ориентационен. Подчертайте връзката между HTTP 404 и NotFound(). Controller action е входната точка за конкретната заявка.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ASP.NET Core MVC Views използват Razor view engine и могат да бъдат strongly typed. Views трябва да съдържат минимална презентационна логика. Източник: https://learn.microsoft.com/en-us/aspnet/core/mvc/views/overview?view=aspnetcore-10.0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Това разграничение ще стане важно при data и presentation слоя. MVC overview посочва, че strongly typed views често използват ViewModel типове, създадени от controller/model резултата.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Това е избраната архитектура за SchoolLibrary Mini. Controller ще получава service чрез dependency injection и няма да работи директно с DbContext.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Структурата е начална. При учебния проект може да започнете с solution и отделни class libraries, ако времето позволява.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Въпреки че урокът е за MVC, следващите часове трябва да започнат от business слоя. Така при достигане на web слоя вече ще има готови операции.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Обсъдете най-вече разликата Controller–Service и Model–ViewModel. Приемете аргументирани отговори, когато конкретна отговорност може да се реализира по различни начини.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Завършете с пълния MVC поток. Изходният билет свързва урока с HTTP и подготвя business слоя.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59bb8febe4d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a1aa8686124e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026f6477ee45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f6daaba08846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b07d1891104a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a9585e685c48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9536392-D98C-49DE-BCA1-8619A1BC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1F6BBD3-8FAE-4776-848E-6489B0ED8E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F55E824-1B1C-4268-8DD3-490AFE54F8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7565058-EC5A-4BB2-84B1-8FEA8B25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1252EB4-232E-4504-8CBA-3F30DD617B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F5DCEE7-3102-4CAC-899C-648539FC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749E83-D665-498D-87AD-573D7E5EE8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21B5079-5453-406D-926B-FD30C74C51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FC196C3-4C28-49C9-BCDC-E5F3B5E5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B387E46-9171-4055-9278-2F67EA856D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175408-5189-4610-B96B-C04A7195D3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589AED3-EBCA-46C8-95BC-790FAB1BA6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5FB10D8-62EE-4DDD-AB20-D52085A9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BF03AF7-BCB2-4EFE-AD6B-9FB793A26F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448B57-8DA3-4C06-BAA3-4B8AB552C3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f14977665b464e" /><Relationship Type="http://schemas.openxmlformats.org/officeDocument/2006/relationships/slideLayout" Target="/ppt/slideLayouts/slideLayout1.xml" Id="Ra77d8dfb34b748e3" /><Relationship Type="http://schemas.openxmlformats.org/officeDocument/2006/relationships/slideLayout" Target="/ppt/slideLayouts/slideLayout2.xml" Id="R7a26beaf32894261" /><Relationship Type="http://schemas.openxmlformats.org/officeDocument/2006/relationships/slideLayout" Target="/ppt/slideLayouts/slideLayout3.xml" Id="R996ebedad6044c7f" /><Relationship Type="http://schemas.openxmlformats.org/officeDocument/2006/relationships/slideLayout" Target="/ppt/slideLayouts/slideLayout4.xml" Id="R0d63ff4c250c4ab5" /><Relationship Type="http://schemas.openxmlformats.org/officeDocument/2006/relationships/slideLayout" Target="/ppt/slideLayouts/slideLayout5.xml" Id="R026df44eb2c14333" /><Relationship Type="http://schemas.openxmlformats.org/officeDocument/2006/relationships/slideLayout" Target="/ppt/slideLayouts/slideLayout6.xml" Id="R8f4feea2467944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7d8dfb34b748e3"/>
    <p:sldLayoutId xmlns:r="http://schemas.openxmlformats.org/officeDocument/2006/relationships" id="2147483650" r:id="R7a26beaf32894261"/>
    <p:sldLayoutId xmlns:r="http://schemas.openxmlformats.org/officeDocument/2006/relationships" id="2147483651" r:id="R996ebedad6044c7f"/>
    <p:sldLayoutId xmlns:r="http://schemas.openxmlformats.org/officeDocument/2006/relationships" id="2147483652" r:id="R0d63ff4c250c4ab5"/>
    <p:sldLayoutId xmlns:r="http://schemas.openxmlformats.org/officeDocument/2006/relationships" id="2147483653" r:id="R026df44eb2c14333"/>
    <p:sldLayoutId xmlns:r="http://schemas.openxmlformats.org/officeDocument/2006/relationships" id="2147483654" r:id="R8f4feea2467944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f7b19d12384aaf" /><Relationship Type="http://schemas.openxmlformats.org/officeDocument/2006/relationships/notesSlide" Target="/ppt/notesSlides/notesSlide1.xml" Id="R7bfc6086794a48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ecc01ba6d349f4" /><Relationship Type="http://schemas.openxmlformats.org/officeDocument/2006/relationships/notesSlide" Target="/ppt/notesSlides/notesSlide2.xml" Id="R8ccd73db6e6c42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737227737a4e4c" /><Relationship Type="http://schemas.openxmlformats.org/officeDocument/2006/relationships/notesSlide" Target="/ppt/notesSlides/notesSlide3.xml" Id="R0ea138f2867c4c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a202791914739" /><Relationship Type="http://schemas.openxmlformats.org/officeDocument/2006/relationships/notesSlide" Target="/ppt/notesSlides/notesSlide4.xml" Id="Rd22437d4e50a46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cd5484a5964cff" /><Relationship Type="http://schemas.openxmlformats.org/officeDocument/2006/relationships/notesSlide" Target="/ppt/notesSlides/notesSlide5.xml" Id="Rcf338add75f146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73b4fccee4409c" /><Relationship Type="http://schemas.openxmlformats.org/officeDocument/2006/relationships/notesSlide" Target="/ppt/notesSlides/notesSlide6.xml" Id="R1084b4b8107040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133ecf527b47cc" /><Relationship Type="http://schemas.openxmlformats.org/officeDocument/2006/relationships/notesSlide" Target="/ppt/notesSlides/notesSlide7.xml" Id="Rb66a422ad80f4a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026fefcede4cdb" /><Relationship Type="http://schemas.openxmlformats.org/officeDocument/2006/relationships/notesSlide" Target="/ppt/notesSlides/notesSlide8.xml" Id="Rbb98198d042a45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029ffb28e5436b" /><Relationship Type="http://schemas.openxmlformats.org/officeDocument/2006/relationships/notesSlide" Target="/ppt/notesSlides/notesSlide9.xml" Id="R7f79a53a017f48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34fdf8c1a7471f" /><Relationship Type="http://schemas.openxmlformats.org/officeDocument/2006/relationships/notesSlide" Target="/ppt/notesSlides/notesSlide10.xml" Id="R7bec78db4b904b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c0149c4f704c00" /><Relationship Type="http://schemas.openxmlformats.org/officeDocument/2006/relationships/notesSlide" Target="/ppt/notesSlides/notesSlide11.xml" Id="Rd52381d52e7a46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b74133e3e64dd1" /><Relationship Type="http://schemas.openxmlformats.org/officeDocument/2006/relationships/notesSlide" Target="/ppt/notesSlides/notesSlide12.xml" Id="R9392e460e59946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5ab0b4c21f447f" /><Relationship Type="http://schemas.openxmlformats.org/officeDocument/2006/relationships/notesSlide" Target="/ppt/notesSlides/notesSlide13.xml" Id="R051d83656b064a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2b8ab103674db4" /><Relationship Type="http://schemas.openxmlformats.org/officeDocument/2006/relationships/notesSlide" Target="/ppt/notesSlides/notesSlide14.xml" Id="Rc541ebb16f8f49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D635F-C79F-4F95-8D44-0BDE65D5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36DB3-BADF-4C47-9CAD-748116E6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Интернет програмиране • РПП • 12. клас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3F169-E0CF-41E5-9434-E6BB93C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895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Технологията ASP.NET Core MVC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6E348-7092-4A10-8B00-1A4608C6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9EAF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9EAF1"/>
                </a:solidFill>
                <a:latin typeface="DejaVu Sans"/>
                <a:ea typeface="DejaVu Sans"/>
                <a:cs typeface="DejaVu Sans"/>
              </a:rPr>
              <a:t>Начало на проекта SchoolLibrary Mini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B5253-AE8E-416D-9A93-42DD13E4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A8658-9D2D-4660-A26C-781E57C8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9AFCC-ED11-4CFA-97C3-9D4A8F29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0520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E9490-4EA2-474C-88A4-6415C728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24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36956-6D4A-4BAC-B749-8BD7AA39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05200"/>
            <a:ext cx="2000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A27F9-D0B6-42D5-BE45-F6877A64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24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CONTROLLER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9D9AC-F0C6-4D44-BF4B-96CE2A86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05200"/>
            <a:ext cx="133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4ADD9-64FA-462B-B98A-F8E79111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HTTP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4F60D-E0FB-4DED-9B11-0D3B3FA6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3CCD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3CCDA"/>
                </a:solidFill>
                <a:latin typeface="DejaVu Sans"/>
                <a:ea typeface="DejaVu Sans"/>
                <a:cs typeface="DejaVu Sans"/>
              </a:rPr>
              <a:t>1 учебен час  |  45 минути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417F0-0650-4DDE-8536-044F776C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3A2B8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3A2B8"/>
                </a:solidFill>
                <a:latin typeface="DejaVu Sans"/>
                <a:ea typeface="DejaVu Sans"/>
                <a:cs typeface="DejaVu Sans"/>
              </a:rPr>
              <a:t>Урок 4 • Нови знания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AAC26-D69D-4335-A337-378587CB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81050"/>
            <a:ext cx="1200150" cy="2781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D134D-0B48-45C5-B194-03A4FBEB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257300" cy="1619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434610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C2DAD3-332C-47E7-9129-8B4B0883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F9354-563E-46F8-AEB4-7F7803C6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Защо избираме ASP.NET Core MVC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3B557-B609-49D9-A1A7-0B54C701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ИП–РПП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E3191-EF7A-4F3A-8E44-39E6E22A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F7B38-2D98-41B1-A3B9-D6A4E67F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F5A32-AD1A-4E7C-8C18-716C1462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763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Видим HTTP поток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80BD9-57CD-4F76-9768-9CC54897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29908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URL се маршрутизира към controller action, който връща response.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20D8E-D348-4688-9C06-4EED32D0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16205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474B7-35C3-487F-82FD-8C5ACA1F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2763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Ясни отговорности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580E7-58A4-4CCD-920D-21947175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38300"/>
            <a:ext cx="29908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Model, View и Controller разделят данни, интерфейс и обработка.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B9E41-F3A6-4BDC-A6DB-14DB2597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6205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AC863-0B4D-4CC2-9878-B92B36F1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2763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Подходящ за слоеве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1B9D6-3FFB-4C09-AC6E-1217822B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38300"/>
            <a:ext cx="29908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Controllers използват services, business правила и data access.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D3F0E-A948-4DBA-8B04-838E9106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Добра основа за тематичното разпределение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CC523-99F4-42FF-9F9C-48ABFED5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67200"/>
            <a:ext cx="1905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3C9429-4630-4ACF-AF92-6D4E6F23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845B3-749F-4347-BB5A-E54930F6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67200"/>
            <a:ext cx="1619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F9B07-7939-4B13-9597-CADDEA19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B378F-094D-4043-A48D-831006C9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67200"/>
            <a:ext cx="1809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8942B4-CBDA-451A-B32C-A7ABB954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86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SERVICES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D02A1A-0527-40A0-BC74-DEDDA4F4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67200"/>
            <a:ext cx="1809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66CEE4-FE29-4860-9B51-353617F5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MVC WEB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AD96ED-04F7-4A94-9197-7E68BB04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Учениците ще виждат къде се намира всяка отговорност и как заявката преминава през приложението.</a:t>
            </a:r>
          </a:p>
        </p:txBody>
      </p:sp>
    </p:spTree>
    <p:extLst>
      <p:ext uri="{BB962C8B-B14F-4D97-AF65-F5344CB8AC3E}">
        <p14:creationId xmlns:p14="http://schemas.microsoft.com/office/powerpoint/2010/main" val="3965024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39FC06-A24B-4462-94DD-D085CF13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B32D9-7127-44D1-A175-566167F3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SchoolLibrary Mini през следващите теми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3CB04-37E4-4196-B325-61DB38E6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ИП–РПП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674B9-C003-401D-B6FA-FA3C57F5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6D2C6-9173-48F1-BADE-6562BB21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2AE34-AA54-47FF-980E-79B67713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9144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4A88C-16F8-4BA8-8F9B-E45841F3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8A932-FCD1-45E0-AD5F-F754EEB9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1811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MVC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04638-3A84-426B-931E-00D622B0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811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технология, pattern и архитектура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8E6A7-B7B0-4038-91E0-794482E2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D0EB5-C437-4BFC-B6DA-C9D9F1D9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9144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CCCBB-9C4B-4F43-A04B-CA253387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5–7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BE6B3-762D-49AA-97AB-69DA96FC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0764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Business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450A31-1B9A-47CA-BF55-18CD8B5F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правила за книги и заемане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3D2A2-D5CF-4902-A200-0CDBF6C6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AEDBFD-AF02-47B0-9085-C6BC756B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9144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6FAAC-77E3-4BB6-9D54-8F4E73E9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8–11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F16D7-5243-4484-B270-79239E31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71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AF0E2-C6DB-4713-8831-43A5170B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71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модели, база и достъп до данни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77A99-D30A-4363-8FC1-326B08B9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275267-458F-4AE3-91C5-D15A5341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9144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BDDC8-4360-4E8C-B3A4-E6378934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12–13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B274B5-6FB5-4078-85E4-A577918B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8671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801BC2-D1D7-4960-B919-869EDFF6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671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операции за приложението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777768-87E5-4E4F-BAE2-12EC448A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A8D265-9F5F-49D5-8943-D52ADB40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9144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B51680-8A93-4C1A-9E3D-6F583F9D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15–18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589D43-678E-43B9-9A0F-AA3E6AF7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625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MVC Web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1618B6-FA86-4C64-8D17-705712C2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controllers, views и форми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DF790D-3D94-4168-BD28-A0F53E79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Груповите проекти ще разширят готовата архитектурна основа.</a:t>
            </a:r>
          </a:p>
        </p:txBody>
      </p:sp>
    </p:spTree>
    <p:extLst>
      <p:ext uri="{BB962C8B-B14F-4D97-AF65-F5344CB8AC3E}">
        <p14:creationId xmlns:p14="http://schemas.microsoft.com/office/powerpoint/2010/main" val="9295143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E9E010-FC10-4C8A-949C-179F0DCB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4466C-87EC-48D6-844B-5D192B21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Какво представлява проектът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FDCFB-22F3-4FE2-9F8A-E66E4271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ИП–РПП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087D8-C7F8-4529-A0DC-966C4CA9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526DC-639D-48C5-9129-8956C5A6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00181-F75A-47C5-823E-3C64F181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Каталог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CC61A-E8BE-4093-BD0A-916A7B4C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Списък с книги, търсене и страница с подробности.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DC449-440B-45EA-80E5-BC8CCBCA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123950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46676-80AE-448A-9403-00C34DCD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2382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Заемане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A2CE3-AE66-4495-8433-3F20A236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00200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Проверка за наличност и регистриране на заемане.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BA0EB-90B4-4396-AF15-5BEF4024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23950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3AD82-D3CC-4042-A4BC-EA078A98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2382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Управление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AD06B-EEBC-4F94-8CAC-47DE5F09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00200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Добавяне, редактиране и премахване на книги.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944482-E116-4CE8-A83E-49CB3432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Основни обекти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2B8E4-A841-409C-B2FE-C81E4FAF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9550"/>
            <a:ext cx="1809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7564BF-208D-49F5-A11E-1BE76C7D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38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4811CE-0C61-4E66-A6EB-51397184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9550"/>
            <a:ext cx="1809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B87EA-35A4-42DE-98E2-A7330BD9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38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CATEGORY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E54761-8051-4E56-A8B5-247DA6FA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19550"/>
            <a:ext cx="1809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E3B624-4F53-4ADA-86DD-A27665C1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38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E9C7D1-B3EC-42D5-8C14-5A37233C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9550"/>
            <a:ext cx="1809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23C07C-7DDF-479E-A689-94FDC3EC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LOAN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B75260-BC14-4785-A516-69EAD4E7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19550"/>
            <a:ext cx="1619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81350A-3A24-4A24-BC67-2EC1FD57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38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AUTHOR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D13408-630E-4657-8122-37C3AFB0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33950"/>
            <a:ext cx="9067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30FA8A-C8CB-4340-9344-2DAD91E4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67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3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Започваме с малък обхват и добавяме функционалност във всяка следваща тема.</a:t>
            </a:r>
          </a:p>
        </p:txBody>
      </p:sp>
    </p:spTree>
    <p:extLst>
      <p:ext uri="{BB962C8B-B14F-4D97-AF65-F5344CB8AC3E}">
        <p14:creationId xmlns:p14="http://schemas.microsoft.com/office/powerpoint/2010/main" val="17510895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827882-87E7-46E4-85AF-3BFD10F8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01D02-8F31-42E0-81F9-AF552753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MVC означава разделяне на отговорностите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AC16C-FD48-414B-9730-B070CD63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ИП–РПП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4CA63-9EEF-40E1-9EE9-22F728D3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F76F6-083C-4F64-AF43-6943CD2C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333375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9526F-CBC6-4300-9BDF-9E8C1B93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887B8-4C9D-472B-BDDD-530B5BE5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29908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Представя данните и състоянието. Бизнес правилата остават в domain/business слоя.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C148F-0493-43B3-BFFD-08642F09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57300"/>
            <a:ext cx="333375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48A45-3BCF-459B-9039-6418F727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716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E0A53-A6D6-43EF-8490-551761D0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33550"/>
            <a:ext cx="29908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Razor шаблон, който получава model и генерира HTML за клиента.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E5F4C-48F5-461C-9482-4F78B320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57300"/>
            <a:ext cx="333375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F944F-0110-4AC1-93E5-DA79687B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716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CONTROLLER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CDE61-E194-4967-B722-3671C4E4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33550"/>
            <a:ext cx="29908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Приема заявката, извиква необходимата операция и избира резултат.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32620-A784-4676-A49C-25178669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52900"/>
            <a:ext cx="9067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86396-3761-42D7-AADD-4A552495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4815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MVC ПОТОК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3E3B9A-7632-43EE-B214-BC595186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14850"/>
            <a:ext cx="868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Request → Routing → Controller → Service/Model → View → HTML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D5FC0-49A7-4CB8-904F-B364727D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Model не трябва да зависи от View или Controller.</a:t>
            </a:r>
          </a:p>
        </p:txBody>
      </p:sp>
    </p:spTree>
    <p:extLst>
      <p:ext uri="{BB962C8B-B14F-4D97-AF65-F5344CB8AC3E}">
        <p14:creationId xmlns:p14="http://schemas.microsoft.com/office/powerpoint/2010/main" val="19364314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3C97E4-77BF-4DC6-A696-EAADAB1C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C1D8D-716D-42E2-9805-39F00F8F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От HTTP заявка до MVC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94945-9DF8-4FFF-91B7-5BE02A84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ИП–РПП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FE2F8-187A-4963-BA73-EE8CB27F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1FC7B-3503-42F3-B408-9C5F61E1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B0BD2-A245-4FBC-9F32-E50AEB05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476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F7AC9-CF6D-46EF-A522-2F945CB7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60256-929D-413B-9088-3D65CB4A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143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B6E6D-4124-464A-AF45-764C0555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430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GET /Books/Details/5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D538B-B133-4E1A-8E43-93730574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7CA5D-ABD8-4D1D-9F38-B6888AFC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476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575D7-66B6-4281-BE14-27EE0E72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56BC1-C1E7-406B-B432-B82BC04A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95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ROUTING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764F1-DC77-41AF-BC71-BDF005A5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BooksController + Details + id=5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7DFE5-A11E-40A2-A5CA-980D67E5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D788B-AAC3-4492-88B7-43D7CE58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76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4BA6E-CFB2-4FD1-9920-E574785A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DDF9C-99BB-4390-829E-158042EE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48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BBCB65-CD70-4C10-9945-0BFFF21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Details(int id)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B99C52-A909-4216-B92C-0B2E255F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31DC6-0546-45D9-BAF6-C994F7F6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76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04D632-9230-4447-B897-2CD75C2B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1F76E3-600E-473E-A216-6087B5EF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SERVICE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4366C9-6723-474C-B1EA-013EB71E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намира книгата и прилага правилата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0DFC5D-6358-44EE-9F8F-0BFBC673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3AF70E-1D1D-4465-94A8-B8D54157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76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45B3DE-6A1B-49EC-8F44-26261B6A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01EFF8-F487-4F90-9490-B5415D65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A4922A-1EA1-48F0-B9B1-CDEEAB99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530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генерира HTML response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9B5147-2EEF-4D0D-A617-2CB8A20A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MVC прави изучената клиент–сървър комуникация видима в кода.</a:t>
            </a:r>
          </a:p>
        </p:txBody>
      </p:sp>
    </p:spTree>
    <p:extLst>
      <p:ext uri="{BB962C8B-B14F-4D97-AF65-F5344CB8AC3E}">
        <p14:creationId xmlns:p14="http://schemas.microsoft.com/office/powerpoint/2010/main" val="15850266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78E23A-CF35-45A1-A3E1-714E3A1A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674BA-7653-4C6E-A8E7-3990DA23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Първи поглед към Controller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683BE-70ED-4818-AA5B-33E63E38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ИП–РПП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A66DB-44BC-4D2C-A310-BA034E1D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AD28D-2BA2-4462-8068-7B19EBCF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6572250" cy="44005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FBC7E-7463-4D59-856B-633FA083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622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Controllers/BooksController.cs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F64C0-6C61-45D0-8156-DF661F84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61912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class BooksController : Controller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IActionResult Details(int id)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{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var book = bookService.GetById(id);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if (book is null)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  return NotFound();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return View(book);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}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9F459-8B58-4E05-94C5-FCC2F586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1811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A652B-E209-450C-AE5D-9FDAA5C2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95400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Details(int id)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A878A-C112-4A8A-95C3-6DE90A76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5735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Action, избран от routing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7DDCB-C2D6-44A1-8C42-CCCE5E77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098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26298-9CF7-492E-A996-139F3949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24100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bookService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CC20A-FB1C-465E-A787-8A321A50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Извиква приложна операция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F9D2A-0EAE-4AE7-B8A4-65195CC3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385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A34F11-0488-49AA-B6CC-014F077F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52800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NotFound()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D0F26-03B6-40F2-8A6F-4CA03641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Връща HTTP 404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10738-4081-4D39-9AB9-2213B824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672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1B670-BCD5-4C04-B139-58F199FC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81500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View(book)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B152F-8954-4163-AE0A-C74DAF9F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4345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Предава model към Razor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8170A1-744B-4E2F-802B-3D65740E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Controller координира заявката, но не съдържа цялата бизнес логика.</a:t>
            </a:r>
          </a:p>
        </p:txBody>
      </p:sp>
    </p:spTree>
    <p:extLst>
      <p:ext uri="{BB962C8B-B14F-4D97-AF65-F5344CB8AC3E}">
        <p14:creationId xmlns:p14="http://schemas.microsoft.com/office/powerpoint/2010/main" val="4925151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F89F8-8268-4F21-A732-0EAF1FFE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AF7C8-6AAB-45CB-BF0B-C2F1502A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Първи поглед към Razor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2CE32-5063-434B-9AC3-CEDDFABA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ИП–РПП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CF142-89EA-4DCB-A316-63693BB4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97854-8093-4939-8C95-678A5AE1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667500" cy="392430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5063D-3F51-49D2-974D-8F68FD01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Views/Books/Details.cshtml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31002-ECE7-4FB4-8227-636531C5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628650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@model BookDetailsViewModel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&lt;h1&gt;@Model.Title&lt;/h1&gt;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&lt;p&gt;Автор: @Model.AuthorName&lt;/p&gt;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&lt;p&gt;Налична: @(Model.IsAvailable ? "Да" : "Не")&lt;/p&gt;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&lt;a asp-controller="Books"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asp-action="Index"&gt;Назад към каталога&lt;/a&gt;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F0293-0216-4534-919E-90CA5BCE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00150"/>
            <a:ext cx="3619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C8975-DBDC-40C3-A5BE-07724F09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1445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@model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3F86B-66DD-4CB7-B504-EF769736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Определя типа данни за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E5DD3-FA7F-412A-9271-B0D410D8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05050"/>
            <a:ext cx="3619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B5567-7BB7-4C5D-89DB-E2B41936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@Model.Title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7183A-9681-4EA2-ADE1-5A7B9B4B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Показва C# стойност в HTML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B7E7E-6D30-4E8A-BFD8-44E423D2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09950"/>
            <a:ext cx="3619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5EE0E-DA69-4E1E-B912-B4B2233A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Tag Helpers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A8ADFF-EBAB-43D1-B660-40A087AB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8620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Генерират връзки и форми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49F03-C8F2-4DD1-9A0E-DCA68B1B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View съдържа минимална логика, свързана само с представянето.</a:t>
            </a:r>
          </a:p>
        </p:txBody>
      </p:sp>
    </p:spTree>
    <p:extLst>
      <p:ext uri="{BB962C8B-B14F-4D97-AF65-F5344CB8AC3E}">
        <p14:creationId xmlns:p14="http://schemas.microsoft.com/office/powerpoint/2010/main" val="21078485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29EF1-C0FD-4BAA-A2FC-BA6F5AF1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FA179-B373-44F3-A596-88E44DC7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Model и ViewModel не са едно и също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3185B-2470-4A48-8DDA-A4684FA1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ИП–РПП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024EF-0807-4603-AAE0-7CE829DC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69D18-BB6D-49DF-95AC-B2C11C0A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33337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01E9B-CDE0-425E-A5BA-539730F9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Domain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D73D8-5D55-4BB4-AD5E-9E293528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Book, Loan и Reader описват предметната област и бизнес състоянието.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193BD-25C5-447A-80C8-C6B594A3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33337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DA64F-13E9-42AD-A56F-390C7281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335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Input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70FED-BD84-4FA5-8DE9-D02581F2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9545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Данни, които приемаме от форма или request.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39668-5124-4C7D-A1D4-19B4241E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19200"/>
            <a:ext cx="33337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EE418-E04B-46E1-BB33-5AACDB36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335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ViewModel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E2A4B-5519-422E-904B-5A003456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Точно данните, които конкретният View трябва да покаже.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05538-E6F4-4629-B14D-57F3915D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62400"/>
            <a:ext cx="9067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60D33F-8C3F-4E51-B3F9-FCA1822C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5765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ПРИМЕР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6737A-F11C-45F2-B2B3-764D5992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24350"/>
            <a:ext cx="868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Book → BookService → BookDetailsViewModel → Details.cshtml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9F876-21FF-47C8-910B-27D130BB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Не подаваме автоматично целия database entity към всеки екран.</a:t>
            </a:r>
          </a:p>
        </p:txBody>
      </p:sp>
    </p:spTree>
    <p:extLst>
      <p:ext uri="{BB962C8B-B14F-4D97-AF65-F5344CB8AC3E}">
        <p14:creationId xmlns:p14="http://schemas.microsoft.com/office/powerpoint/2010/main" val="16682946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DE897E-B274-49CF-B8E2-69061385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35A96-530F-4FD8-A516-752172C7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MVC върху слоеста архитектура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A564E-FA50-491A-9182-50A05EC3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ИП–РПП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BB80E-54A7-491A-888A-D44ABD50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8929D-23EC-4632-8662-89FDBC16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66800"/>
            <a:ext cx="8686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D3207-9DE8-4A7C-9C1D-F0AC82FD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276350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A7307-3B71-48DA-9210-5CCF7980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2954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MVC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09920-4A42-44BF-BD50-98DD677C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2192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Controllers, Views, ViewModels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8826B-1B48-4C26-BC93-E3014E9E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33600"/>
            <a:ext cx="8686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4997D-DC30-433A-B375-D77A3510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343150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821B9-8945-4DC4-B500-02479888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362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D7E83-3CA3-4CDC-87FB-FF051AB3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use cases и операции за интерфейса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DEB88-4B9D-4951-AB33-950F052B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00400"/>
            <a:ext cx="8686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C2797-9B65-4C79-8E9B-52C19776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09950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D289A-0AD9-425B-A6AB-9A856CC1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29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BUSINESS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33C9E-D4FB-43B8-91EE-DAB5FF5D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528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правила за книги, наличност и заемане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1E7D99-2213-49D4-BD33-1AA8D6BE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67200"/>
            <a:ext cx="8686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AEBC2-9FF9-40B5-8819-B799158A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76750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A8FD7-3382-4BD8-8749-CE48E5C5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95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3D1578-4912-4433-BCE2-3CD9EE01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196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repositories, DbContext и база данни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E2DA54-2510-4A72-8040-C2245005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MVC е web presentation слой, а не заместител на останалите слоеве.</a:t>
            </a:r>
          </a:p>
        </p:txBody>
      </p:sp>
    </p:spTree>
    <p:extLst>
      <p:ext uri="{BB962C8B-B14F-4D97-AF65-F5344CB8AC3E}">
        <p14:creationId xmlns:p14="http://schemas.microsoft.com/office/powerpoint/2010/main" val="13356955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E75071-AA6F-4BC4-9D28-2BB69BF5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B8449-1FD0-4D8F-BF9A-14A995CC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Основна структура на MVC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55A85-970B-4596-A41D-FD23B8A4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ИП–РПП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52AB2-8AE1-4C01-9035-F16E0D33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4E854-CAD5-4455-B541-92491486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1054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9BF6A-4B39-4B28-8E6C-F65D52BD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Program.cs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48AB3-481F-478A-94CC-8EBC45CB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конфигурация, services и routing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B83CE-064C-457A-A219-9F7528CE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085850"/>
            <a:ext cx="51054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8CEAE-CDFA-4F15-8288-4ABBD5CD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001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Controllers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DC8D0-14E2-4D79-BA85-8E75E5AE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621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controller класове и 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CF668-7971-43BB-904C-A1A61D5E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1054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39CA6-3DDA-4A33-AE23-EDD07D83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F8699-8618-4306-8894-3A5F4330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Razor .cshtml файлове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21555-F710-4AB2-B30F-9343CD2D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51054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10B0E-B12D-49BE-B3CB-61DDFD98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86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ViewModels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DF93D-AEE4-4C0C-BC09-9EB3B180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480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данни за конкретните екрани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75E92-BA66-43A8-B201-1844DDFE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1054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7639AE-BF9A-498E-A537-99F67B49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wwwroot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ED2305-4EE3-412D-8136-48E75723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CSS, JavaScript и изображения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95670-4D4B-440B-AB88-FDC7D429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7650"/>
            <a:ext cx="51054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6C7CB2-CD4B-4D78-B5DB-0FC0E105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719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appsettings.json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27B6B5-2607-44E3-812A-9A7ADAE4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339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настройки и connection strings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E2CDA4-230B-4CB5-B0A1-7D7CB936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Business, Data и Services ще бъдат отделни папки или class library проекти.</a:t>
            </a:r>
          </a:p>
        </p:txBody>
      </p:sp>
    </p:spTree>
    <p:extLst>
      <p:ext uri="{BB962C8B-B14F-4D97-AF65-F5344CB8AC3E}">
        <p14:creationId xmlns:p14="http://schemas.microsoft.com/office/powerpoint/2010/main" val="8334451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232DE7-0525-4B18-B04C-2FFBB590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7EAAF-591E-4ED9-B9E7-DBB419C5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Решения за учебния проект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5F120-D582-4526-9C46-3C004875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ИП–РПП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00B57-BD6C-492B-B3A2-BF9249BE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3A7A8-5AA8-4F46-8DFE-AF371B45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B16DE-1766-4A61-A88E-7C23FDA1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809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241EA-3D41-4A87-B5C6-C724A66D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Проект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17EC7-3DAA-4EEA-A917-365864FE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1620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SchoolLibrary Mini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7EA4D-F7FB-4B5D-81EC-85016054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A3536-DE67-4BA6-92F0-8AC28B8B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1809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9036C-BED7-464F-9755-57C3518B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Web технология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ED2BA-58B9-480B-9AE0-32C3EBD4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955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ASP.NET Core MVC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3453A-3104-4C3A-9865-6934A494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52196-5E74-49FE-85B4-ACC83E79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809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12177-75E2-4E75-85BC-6EF76C08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View engine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6CE84-DA23-485A-B505-7B61ECCD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Razor Views (.cshtml)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E528B-C54E-4D79-B4FE-13A4B5AE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61A7E5-F930-4E16-8C3D-E0518E51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1809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5570D-0234-45CE-BA8D-58FA71EE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Архитектура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ACA74A-A3D6-4293-BDE0-7390268F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624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MVC presentation + Service + Business +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69BA84-BB38-41DB-9C20-71E1EEE9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87B1F9-8735-4AD7-B14D-CAF4F977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809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BF640A-6C93-4973-A025-FEFAF6F1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Първа цел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1E7C5D-9E5E-4E5F-A974-61091D02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958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каталог и проверка за наличност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06F3D2-95B3-4072-8E1D-213AEE15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Следващата тема започва с правилата, преди да създадем controller и view.</a:t>
            </a:r>
          </a:p>
        </p:txBody>
      </p:sp>
    </p:spTree>
    <p:extLst>
      <p:ext uri="{BB962C8B-B14F-4D97-AF65-F5344CB8AC3E}">
        <p14:creationId xmlns:p14="http://schemas.microsoft.com/office/powerpoint/2010/main" val="12615765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54B112-434B-418E-AE8C-34BA28CB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A674A-2AC6-4A79-99A1-2D52EC9E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Задача: MVC или друг слой?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30471-5E91-4E90-867F-4DD6DEA6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ИП–РПП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52231-6A6E-415F-BBA4-5AE2AE5A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19C77-2A0A-42CA-93D9-B59C9A76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105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F449C-A797-42AA-8F0E-C669B445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20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Показва заглавието в 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155B5-3588-4B99-AD97-1300D2F4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6685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2F321-551A-43D9-A8BE-3654E022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85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09A20-007C-46BE-B46C-233B91D3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04900"/>
            <a:ext cx="5105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F2CB5-7147-4D68-9996-53600859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257300"/>
            <a:ext cx="320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Приема GET /Books/Details/5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4112F-1FA2-4C0B-8258-D272110C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46685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9E4C4-F1BB-4368-9355-A662B599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485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Controller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3D2EE-F744-4C07-95E1-362D29FB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105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8FB6C-AD5F-42B9-8E23-DD5930FA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320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Забранява заемане на неналична книга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F56A27-68D4-4C75-BFCF-0FFC0B02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7655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B02E9-BDD0-4687-8B6F-C244AACD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95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9AA9F-D2A5-4364-A94C-1C92D7C2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14600"/>
            <a:ext cx="5105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39820A-10BE-41C2-91C7-E0C8B4E3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67000"/>
            <a:ext cx="320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Записва Loan в базата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A00E5-3BE9-4608-B3D7-5C6A82B0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7655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283A37-D6DE-4E17-90B1-93011505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95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3C83CF-7BD7-4175-94D1-03990157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105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D1693-B964-418B-BF3F-9395D7F5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320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Извиква операция GetBookDetails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7569E1-FE58-4772-96F6-8B11F445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8625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5B6373-2F4D-4455-AFAB-A333CD65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05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F2B87B-79C3-4E07-9253-5B0A4AB7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24300"/>
            <a:ext cx="5105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830226-205D-4A12-BD4A-3AD5E759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76700"/>
            <a:ext cx="320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Съдържа данни за екрана Details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FCFB46-2845-47E1-9208-1D67EBFA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8625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F3C883-5369-4372-B0E6-BFA2EC1B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05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ViewModel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3F33AB-18D5-4177-9EDD-AF380C0D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Работа по двойки • 4 минути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E3EA33-7488-4E3D-A505-76FE0946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Controller и View координират представянето, но не заменят бизнес и data слоевете.</a:t>
            </a:r>
          </a:p>
        </p:txBody>
      </p:sp>
    </p:spTree>
    <p:extLst>
      <p:ext uri="{BB962C8B-B14F-4D97-AF65-F5344CB8AC3E}">
        <p14:creationId xmlns:p14="http://schemas.microsoft.com/office/powerpoint/2010/main" val="15074361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4C7190-5160-4DCE-A45F-C1DA294E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85634-503D-4727-AAB6-FD3BF777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Обобщение и изходен билет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6D5C9-6B08-49BA-B63F-5A78FCA4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КРАЙ НА УРОКА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B89AE-27CE-4399-ACD6-20B1A8D0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00097-6CAE-49C5-9833-311863EB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3333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BC251-D1F8-40A0-B602-31A10B2A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811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C818D-DC09-4CFB-B894-AEA17105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2990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Данни и бизнес състояние, независимо от визуалното представяне.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09D6B-ABDE-4B01-AC23-C1496B1F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066800"/>
            <a:ext cx="3333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80FD7-FA3C-44E7-9F6B-0A4A59D1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1811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222EB-D333-4190-852B-DB7ABFD5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43050"/>
            <a:ext cx="2990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Razor шаблон, който превръща данните в HTML.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A4B6C-D0FE-4798-8751-4B9C04FF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66800"/>
            <a:ext cx="3333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ED452-138D-4528-9755-2E2A2568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811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Controller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12907-4179-408D-964E-98C8D5A7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43050"/>
            <a:ext cx="2990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Приема request, извиква операция и избира response.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1C38C-2DFA-402A-8764-159625D1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53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ECF9C-A2B8-4BA6-9E4B-9EF089EF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Изходен билет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EA4A0-C824-4CF2-B3D9-33EE9812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Проследете GET /Books/Details/5: кой компонент приема заявката, откъде получава данните и кой генерира HTML отговора?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380E34-1200-4C7F-98A8-BC2658D4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05350"/>
            <a:ext cx="9067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D8B5C-4A66-49DD-8519-5B5EBD05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0060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ПРИМЕРЕН ОТГОВОР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EA02D-DD4F-4409-810C-7A6FD0C4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67300"/>
            <a:ext cx="868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Routing → BooksController.Details(5) → BookService → ViewModel → Details.cshtml → HTML response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B29360-3BD1-4D13-8CAB-A8E4A6EA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Следва: създаване на бизнес слоя на SchoolLibrary Mini.</a:t>
            </a:r>
          </a:p>
        </p:txBody>
      </p:sp>
    </p:spTree>
    <p:extLst>
      <p:ext uri="{BB962C8B-B14F-4D97-AF65-F5344CB8AC3E}">
        <p14:creationId xmlns:p14="http://schemas.microsoft.com/office/powerpoint/2010/main" val="1619809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2026-10-01T18:30:09.0490000Z</dcterms:created>
  <dcterms:modified xsi:type="dcterms:W3CDTF">2026-10-01T18:30:09.0490000Z</dcterms:modified>
</coreProperties>
</file>