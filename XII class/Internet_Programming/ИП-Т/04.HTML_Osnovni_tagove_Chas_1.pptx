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7a21b5093e4f8f" /><Relationship Type="http://schemas.openxmlformats.org/officeDocument/2006/relationships/extended-properties" Target="/docProps/app.xml" Id="Rae8696eb24444168" /><Relationship Type="http://schemas.openxmlformats.org/officeDocument/2006/relationships/officeDocument" Target="/ppt/presentation.xml" Id="R620eca6e30574d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6d172ea00245df"/>
  </p:sldMasterIdLst>
  <p:notesMasterIdLst>
    <p:notesMasterId xmlns:r="http://schemas.openxmlformats.org/officeDocument/2006/relationships" r:id="R6e561c5312be4da9"/>
  </p:notesMasterIdLst>
  <p:sldIdLst>
    <p:sldId xmlns:r="http://schemas.openxmlformats.org/officeDocument/2006/relationships" id="256" r:id="Rdc20dabef0df4a59"/>
    <p:sldId xmlns:r="http://schemas.openxmlformats.org/officeDocument/2006/relationships" id="257" r:id="Re1c57d805552442c"/>
    <p:sldId xmlns:r="http://schemas.openxmlformats.org/officeDocument/2006/relationships" id="258" r:id="R9696eb659d514443"/>
    <p:sldId xmlns:r="http://schemas.openxmlformats.org/officeDocument/2006/relationships" id="259" r:id="R744d07c5b3974e39"/>
    <p:sldId xmlns:r="http://schemas.openxmlformats.org/officeDocument/2006/relationships" id="260" r:id="R74b3ff07056e4101"/>
    <p:sldId xmlns:r="http://schemas.openxmlformats.org/officeDocument/2006/relationships" id="261" r:id="Rc631da1d71654b09"/>
    <p:sldId xmlns:r="http://schemas.openxmlformats.org/officeDocument/2006/relationships" id="262" r:id="R703b9b8bc1f54033"/>
    <p:sldId xmlns:r="http://schemas.openxmlformats.org/officeDocument/2006/relationships" id="263" r:id="R7511682ce8404485"/>
    <p:sldId xmlns:r="http://schemas.openxmlformats.org/officeDocument/2006/relationships" id="264" r:id="R21e9907054e4462f"/>
    <p:sldId xmlns:r="http://schemas.openxmlformats.org/officeDocument/2006/relationships" id="265" r:id="R00b00183f91043a9"/>
    <p:sldId xmlns:r="http://schemas.openxmlformats.org/officeDocument/2006/relationships" id="266" r:id="Rf38953c93e244850"/>
    <p:sldId xmlns:r="http://schemas.openxmlformats.org/officeDocument/2006/relationships" id="267" r:id="R358dcf28dee84ecb"/>
    <p:sldId xmlns:r="http://schemas.openxmlformats.org/officeDocument/2006/relationships" id="268" r:id="Rb314017e335e4300"/>
    <p:sldId xmlns:r="http://schemas.openxmlformats.org/officeDocument/2006/relationships" id="269" r:id="R986039f0b4734490"/>
    <p:sldId xmlns:r="http://schemas.openxmlformats.org/officeDocument/2006/relationships" id="270" r:id="Rb900ec3774a04179"/>
    <p:sldId xmlns:r="http://schemas.openxmlformats.org/officeDocument/2006/relationships" id="271" r:id="R1605280c02914b51"/>
    <p:sldId xmlns:r="http://schemas.openxmlformats.org/officeDocument/2006/relationships" id="272" r:id="R92b0f5a8389f42d3"/>
    <p:sldId xmlns:r="http://schemas.openxmlformats.org/officeDocument/2006/relationships" id="273" r:id="R9eb090a7f5e747f6"/>
    <p:sldId xmlns:r="http://schemas.openxmlformats.org/officeDocument/2006/relationships" id="274" r:id="Ra22ac44f214042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315cc6cf52442f" /><Relationship Type="http://schemas.openxmlformats.org/officeDocument/2006/relationships/slideMaster" Target="/ppt/slideMasters/slideMaster1.xml" Id="R976d172ea00245df" /><Relationship Type="http://schemas.openxmlformats.org/officeDocument/2006/relationships/notesMaster" Target="/ppt/notesMasters/notesMaster1.xml" Id="R6e561c5312be4da9" /><Relationship Type="http://schemas.openxmlformats.org/officeDocument/2006/relationships/presProps" Target="/ppt/presProps.xml" Id="R991f892ef35a47b0" /><Relationship Type="http://schemas.openxmlformats.org/officeDocument/2006/relationships/tableStyles" Target="/ppt/tableStyles.xml" Id="R2fbbb3969dde4a76" /><Relationship Type="http://schemas.openxmlformats.org/officeDocument/2006/relationships/slide" Target="/ppt/slides/slide1.xml" Id="Rdc20dabef0df4a59" /><Relationship Type="http://schemas.openxmlformats.org/officeDocument/2006/relationships/slide" Target="/ppt/slides/slide2.xml" Id="Re1c57d805552442c" /><Relationship Type="http://schemas.openxmlformats.org/officeDocument/2006/relationships/slide" Target="/ppt/slides/slide3.xml" Id="R9696eb659d514443" /><Relationship Type="http://schemas.openxmlformats.org/officeDocument/2006/relationships/slide" Target="/ppt/slides/slide4.xml" Id="R744d07c5b3974e39" /><Relationship Type="http://schemas.openxmlformats.org/officeDocument/2006/relationships/slide" Target="/ppt/slides/slide5.xml" Id="R74b3ff07056e4101" /><Relationship Type="http://schemas.openxmlformats.org/officeDocument/2006/relationships/slide" Target="/ppt/slides/slide6.xml" Id="Rc631da1d71654b09" /><Relationship Type="http://schemas.openxmlformats.org/officeDocument/2006/relationships/slide" Target="/ppt/slides/slide7.xml" Id="R703b9b8bc1f54033" /><Relationship Type="http://schemas.openxmlformats.org/officeDocument/2006/relationships/slide" Target="/ppt/slides/slide8.xml" Id="R7511682ce8404485" /><Relationship Type="http://schemas.openxmlformats.org/officeDocument/2006/relationships/slide" Target="/ppt/slides/slide9.xml" Id="R21e9907054e4462f" /><Relationship Type="http://schemas.openxmlformats.org/officeDocument/2006/relationships/slide" Target="/ppt/slides/slide10.xml" Id="R00b00183f91043a9" /><Relationship Type="http://schemas.openxmlformats.org/officeDocument/2006/relationships/slide" Target="/ppt/slides/slide11.xml" Id="Rf38953c93e244850" /><Relationship Type="http://schemas.openxmlformats.org/officeDocument/2006/relationships/slide" Target="/ppt/slides/slide12.xml" Id="R358dcf28dee84ecb" /><Relationship Type="http://schemas.openxmlformats.org/officeDocument/2006/relationships/slide" Target="/ppt/slides/slide13.xml" Id="Rb314017e335e4300" /><Relationship Type="http://schemas.openxmlformats.org/officeDocument/2006/relationships/slide" Target="/ppt/slides/slide14.xml" Id="R986039f0b4734490" /><Relationship Type="http://schemas.openxmlformats.org/officeDocument/2006/relationships/slide" Target="/ppt/slides/slide15.xml" Id="Rb900ec3774a04179" /><Relationship Type="http://schemas.openxmlformats.org/officeDocument/2006/relationships/slide" Target="/ppt/slides/slide16.xml" Id="R1605280c02914b51" /><Relationship Type="http://schemas.openxmlformats.org/officeDocument/2006/relationships/slide" Target="/ppt/slides/slide17.xml" Id="R92b0f5a8389f42d3" /><Relationship Type="http://schemas.openxmlformats.org/officeDocument/2006/relationships/slide" Target="/ppt/slides/slide18.xml" Id="R9eb090a7f5e747f6" /><Relationship Type="http://schemas.openxmlformats.org/officeDocument/2006/relationships/slide" Target="/ppt/slides/slide19.xml" Id="Ra22ac44f214042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fa5dc5477641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6924f8ac9b421f" /><Relationship Type="http://schemas.openxmlformats.org/officeDocument/2006/relationships/notesMaster" Target="/ppt/notesMasters/notesMaster1.xml" Id="Rdb89ced1d82a4e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da913bc7874e11" /><Relationship Type="http://schemas.openxmlformats.org/officeDocument/2006/relationships/notesMaster" Target="/ppt/notesMasters/notesMaster1.xml" Id="R9c384972e76c4a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2cf693c6d3470a" /><Relationship Type="http://schemas.openxmlformats.org/officeDocument/2006/relationships/notesMaster" Target="/ppt/notesMasters/notesMaster1.xml" Id="R80c18b5ecb5143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ac3d1938784045" /><Relationship Type="http://schemas.openxmlformats.org/officeDocument/2006/relationships/notesMaster" Target="/ppt/notesMasters/notesMaster1.xml" Id="Ra0f7c2804f3743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e217c6b1804088" /><Relationship Type="http://schemas.openxmlformats.org/officeDocument/2006/relationships/notesMaster" Target="/ppt/notesMasters/notesMaster1.xml" Id="R3fc84932b02a4b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5e054e02424b0f" /><Relationship Type="http://schemas.openxmlformats.org/officeDocument/2006/relationships/notesMaster" Target="/ppt/notesMasters/notesMaster1.xml" Id="Ref5f3fe312a745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77b41d4e1a4ffd" /><Relationship Type="http://schemas.openxmlformats.org/officeDocument/2006/relationships/notesMaster" Target="/ppt/notesMasters/notesMaster1.xml" Id="R1ab61920c3684b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0ad5813ec545a1" /><Relationship Type="http://schemas.openxmlformats.org/officeDocument/2006/relationships/notesMaster" Target="/ppt/notesMasters/notesMaster1.xml" Id="R7310e0bce6f147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159b36abad4d69" /><Relationship Type="http://schemas.openxmlformats.org/officeDocument/2006/relationships/notesMaster" Target="/ppt/notesMasters/notesMaster1.xml" Id="R0769a70fafe543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b1406b3a384235" /><Relationship Type="http://schemas.openxmlformats.org/officeDocument/2006/relationships/notesMaster" Target="/ppt/notesMasters/notesMaster1.xml" Id="Rd152245d0ceb4f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e2f0e806264643" /><Relationship Type="http://schemas.openxmlformats.org/officeDocument/2006/relationships/notesMaster" Target="/ppt/notesMasters/notesMaster1.xml" Id="R52db9d02e7ef43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e91440546e4ef0" /><Relationship Type="http://schemas.openxmlformats.org/officeDocument/2006/relationships/notesMaster" Target="/ppt/notesMasters/notesMaster1.xml" Id="R6f60d559a40c4d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d579cf69a44dca" /><Relationship Type="http://schemas.openxmlformats.org/officeDocument/2006/relationships/notesMaster" Target="/ppt/notesMasters/notesMaster1.xml" Id="R6383fd2ea13d46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38aa4a184b48df" /><Relationship Type="http://schemas.openxmlformats.org/officeDocument/2006/relationships/notesMaster" Target="/ppt/notesMasters/notesMaster1.xml" Id="R1868cce3f9204d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1299ded95a4e83" /><Relationship Type="http://schemas.openxmlformats.org/officeDocument/2006/relationships/notesMaster" Target="/ppt/notesMasters/notesMaster1.xml" Id="R014dfcb0e01b47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7a12ed767cc4ee0" /><Relationship Type="http://schemas.openxmlformats.org/officeDocument/2006/relationships/notesMaster" Target="/ppt/notesMasters/notesMaster1.xml" Id="Rc3e9a6e30d7a45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3d7a237ecf44ce" /><Relationship Type="http://schemas.openxmlformats.org/officeDocument/2006/relationships/notesMaster" Target="/ppt/notesMasters/notesMaster1.xml" Id="R343d16a908a849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62f469983c4a22" /><Relationship Type="http://schemas.openxmlformats.org/officeDocument/2006/relationships/notesMaster" Target="/ppt/notesMasters/notesMaster1.xml" Id="R014efc22db3a4c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a98e9632a14170" /><Relationship Type="http://schemas.openxmlformats.org/officeDocument/2006/relationships/notesMaster" Target="/ppt/notesMasters/notesMaster1.xml" Id="R91aa1ccaa76b45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Кажете, че това е първата от две презентации. Днес изграждаме скелета и текстовото съдържание на HTML страница. В следващия час ще добавим списъци, връзки, изображения и таблици.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Представете целите. Подчертайте разграничението HTML–CSS, защото CSS е следващата тема в разпределението.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Разчетете абревиатурата на английски. Обяснете, че markup означава маркиране на частите според тяхната роля: заглавие, абзац, връзка и т.н.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Покажете прост .html файл и резултата в браузър. Споменете DOM само ориентационно, защото е отделна тема в часове 23–24.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Прегледайте структурата отгоре надолу. Не изисквайте запаметяване на момента. Важно е учениците да разпознават head и body и да знаят кое се вижда в страницата.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Напишете примера на дъската. Посочете наклонената черта в крайния таг. Уточнете, че в разговор често казваме „таг p“, но целият фрагмент е HTML елемент.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Покажете name=value. Обяснете, че атрибутът променя или допълва поведението на елемента. Не представяйте title като основен начин за важна информация, а само като лесен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Използвайте аналогия с кутии една в друга. Ако strong е отворен вътре в p, трябва първо да затворим strong, а след това 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Това е важен принцип за достъпност и структура. Размерът по-късно се управлява с CSS. Не прескачаме от h1 директно към h4 само защото изглежда по-малко.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Разграничете нов абзац от визуално пренасяне. p носи смисъл, а br се използва, когато прекъсването на реда е част от съдържанието, например адрес или стих.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Обяснете, че strong и em добавят семантика. Екранните четци също могат да интерпретират тази важност или интонация.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Покажете View Source при възможност. Това подготвя темата за browser developer tools. Обяснете защо &amp;lt; е необходимо, когато искаме браузърът да покаже самия знак &lt;.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Може да превърнете слайда в бърза игра: учениците откриват грешката, преди да прочетете обяснението вдясно.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Поставете HTML в общия контекст на front-end разработката. CSS и JavaScript предстоят в следващите теми, затова сега се концентрираме върху смисъла и структурата.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Покажете целия цикъл веднъж. Честа грешка е файл index.html.txt или незаписан код. При VS Code може да използвате Open with Default Browser; Live Server не е задължителен.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Това е по-пълна head секция. Не е нужно учениците да запомнят viewport наизуст още сега, но трябва да разбират защо присъства в съвременните шаблони.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Покажете защо strong стои вътре в абзац, а p образува отделен блок. Уточнете, че CSS може да промени display, но семантичната роля на елемента остава.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Оставете 8 минути. Ако часът е само теория и няма компютри, учениците могат да напишат body частта на лист или да подредят елементите устно.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Завършете с правилото за влагане. Помолете един ученик да посочи началните и крайните тагове. Кажете какво ще надградим във втората презентация.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cc160383942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de6509eea49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8122a8e0446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98831b85549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d64059b094a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8d2c5f6014b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989F94C-F039-4DB8-8E16-232F6E08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DD32C5-A4A8-4B24-BBED-40F21DBE89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8F856BD-AAD5-4736-B913-64525EA95D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A689361-553A-41CB-A176-E455A0F6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B08FC4A-0DBF-422D-A119-D92C3E93B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EE6306C-D3FB-4C91-A32D-BA5F4491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76A7F3-5BE7-4387-AB0B-BE4F0B91D1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DF1F894-04CA-4F4B-8753-D7583C4A9F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DD03410-29E6-4933-8189-A84E8760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E2BE52-5B73-436C-A0A2-C2524D26A4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93DAF1-0B78-4842-A001-38123B3C04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09BFCA-6D1C-49EE-821B-D420103A3C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4D3CE27-323C-49C8-98DB-FFA91EEC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C80B20-7F47-43F9-B345-03AFB4F539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465628-49B3-4EDB-90F5-2A2C65D8DF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e0a1e06df14700" /><Relationship Type="http://schemas.openxmlformats.org/officeDocument/2006/relationships/slideLayout" Target="/ppt/slideLayouts/slideLayout1.xml" Id="R7aa2136323c74a08" /><Relationship Type="http://schemas.openxmlformats.org/officeDocument/2006/relationships/slideLayout" Target="/ppt/slideLayouts/slideLayout2.xml" Id="R798557343971497f" /><Relationship Type="http://schemas.openxmlformats.org/officeDocument/2006/relationships/slideLayout" Target="/ppt/slideLayouts/slideLayout3.xml" Id="R0582d3154a2445d7" /><Relationship Type="http://schemas.openxmlformats.org/officeDocument/2006/relationships/slideLayout" Target="/ppt/slideLayouts/slideLayout4.xml" Id="Reaf48d177ef54fd5" /><Relationship Type="http://schemas.openxmlformats.org/officeDocument/2006/relationships/slideLayout" Target="/ppt/slideLayouts/slideLayout5.xml" Id="R1975be80e8394e65" /><Relationship Type="http://schemas.openxmlformats.org/officeDocument/2006/relationships/slideLayout" Target="/ppt/slideLayouts/slideLayout6.xml" Id="R009e5198e6fc48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a2136323c74a08"/>
    <p:sldLayoutId xmlns:r="http://schemas.openxmlformats.org/officeDocument/2006/relationships" id="2147483650" r:id="R798557343971497f"/>
    <p:sldLayoutId xmlns:r="http://schemas.openxmlformats.org/officeDocument/2006/relationships" id="2147483651" r:id="R0582d3154a2445d7"/>
    <p:sldLayoutId xmlns:r="http://schemas.openxmlformats.org/officeDocument/2006/relationships" id="2147483652" r:id="Reaf48d177ef54fd5"/>
    <p:sldLayoutId xmlns:r="http://schemas.openxmlformats.org/officeDocument/2006/relationships" id="2147483653" r:id="R1975be80e8394e65"/>
    <p:sldLayoutId xmlns:r="http://schemas.openxmlformats.org/officeDocument/2006/relationships" id="2147483654" r:id="R009e5198e6fc48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7b8b2820f4c7b" /><Relationship Type="http://schemas.openxmlformats.org/officeDocument/2006/relationships/notesSlide" Target="/ppt/notesSlides/notesSlide1.xml" Id="Red6a3fc5bfd04c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76af71e95b474f" /><Relationship Type="http://schemas.openxmlformats.org/officeDocument/2006/relationships/notesSlide" Target="/ppt/notesSlides/notesSlide2.xml" Id="R55bf0b1f2ec94b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49fb30a01493b" /><Relationship Type="http://schemas.openxmlformats.org/officeDocument/2006/relationships/notesSlide" Target="/ppt/notesSlides/notesSlide3.xml" Id="R4fc438aec8d742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fc0d1fda64432" /><Relationship Type="http://schemas.openxmlformats.org/officeDocument/2006/relationships/notesSlide" Target="/ppt/notesSlides/notesSlide4.xml" Id="Rfa35841024004d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c0397753a4f6e" /><Relationship Type="http://schemas.openxmlformats.org/officeDocument/2006/relationships/notesSlide" Target="/ppt/notesSlides/notesSlide5.xml" Id="R66a636ae5b7946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f62118742439a" /><Relationship Type="http://schemas.openxmlformats.org/officeDocument/2006/relationships/notesSlide" Target="/ppt/notesSlides/notesSlide6.xml" Id="Re678f553655748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ddf3631a3b452a" /><Relationship Type="http://schemas.openxmlformats.org/officeDocument/2006/relationships/notesSlide" Target="/ppt/notesSlides/notesSlide7.xml" Id="Ra04b0caa60424b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f1742f0adf42e7" /><Relationship Type="http://schemas.openxmlformats.org/officeDocument/2006/relationships/notesSlide" Target="/ppt/notesSlides/notesSlide8.xml" Id="R043c901682bb43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f33e2fc2294b9f" /><Relationship Type="http://schemas.openxmlformats.org/officeDocument/2006/relationships/notesSlide" Target="/ppt/notesSlides/notesSlide9.xml" Id="R61cfc4ed12f740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7a576558e24613" /><Relationship Type="http://schemas.openxmlformats.org/officeDocument/2006/relationships/notesSlide" Target="/ppt/notesSlides/notesSlide10.xml" Id="R50830f275de04d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d5d06b3cf49c2" /><Relationship Type="http://schemas.openxmlformats.org/officeDocument/2006/relationships/notesSlide" Target="/ppt/notesSlides/notesSlide11.xml" Id="R22de3d038df141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59f29104740eb" /><Relationship Type="http://schemas.openxmlformats.org/officeDocument/2006/relationships/notesSlide" Target="/ppt/notesSlides/notesSlide12.xml" Id="Rc6c6c8d0a32046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5962dff0c4e62" /><Relationship Type="http://schemas.openxmlformats.org/officeDocument/2006/relationships/notesSlide" Target="/ppt/notesSlides/notesSlide13.xml" Id="R4fc18fcd69b245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7793ea942842f2" /><Relationship Type="http://schemas.openxmlformats.org/officeDocument/2006/relationships/notesSlide" Target="/ppt/notesSlides/notesSlide14.xml" Id="R8323b24581b540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15cb1a9d764d95" /><Relationship Type="http://schemas.openxmlformats.org/officeDocument/2006/relationships/notesSlide" Target="/ppt/notesSlides/notesSlide15.xml" Id="Rc51499d39edd42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1f69a7af4941c7" /><Relationship Type="http://schemas.openxmlformats.org/officeDocument/2006/relationships/notesSlide" Target="/ppt/notesSlides/notesSlide16.xml" Id="Rf52547105a744c0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bb6bc6348c44f8" /><Relationship Type="http://schemas.openxmlformats.org/officeDocument/2006/relationships/notesSlide" Target="/ppt/notesSlides/notesSlide17.xml" Id="R8a30718cb6b7482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702f253f5482f" /><Relationship Type="http://schemas.openxmlformats.org/officeDocument/2006/relationships/notesSlide" Target="/ppt/notesSlides/notesSlide18.xml" Id="R4e3a8592cc39408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882b9f9404b67" /><Relationship Type="http://schemas.openxmlformats.org/officeDocument/2006/relationships/notesSlide" Target="/ppt/notesSlides/notesSlide19.xml" Id="Rfc149a5b814148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0965A-ADCF-464E-AF4F-FE610242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FB72A-8066-4877-A0AA-CED75DE7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Интернет програмиране • Теория • 12. клас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F7AFA-8967-4D7F-9EF4-19B07008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Работа с HTML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B4FD9-E03D-477D-AF43-57966348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9EAF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9EAF1"/>
                </a:solidFill>
                <a:latin typeface="DejaVu Sans"/>
                <a:ea typeface="DejaVu Sans"/>
                <a:cs typeface="DejaVu Sans"/>
              </a:rPr>
              <a:t>Основни тагове • част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CD923-D6B9-4A26-9863-E761A4B0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56D54-9FF2-4D94-B2AD-2C07B9EF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249E0-D2FF-46F5-8E37-1F94A2C6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24250"/>
            <a:ext cx="171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199A7-A256-4FD4-8FA3-8DCC1D27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43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E7F6D-B875-420B-88C3-2B2C25BC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133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2A49F-BDA3-426E-9691-4E142755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8A056-0EA7-442F-8296-CF9C620F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C9AF8-67A4-4F6C-951B-EA1A9757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ATTRIBUTES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0B2F1-AB23-40BE-8B06-23C22061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rPr>
              <a:t>1 учебен час • 45 минути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1E74E-E546-4926-BAB9-E7AA358D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rPr>
              <a:t>Пример: страница на училищен клуб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397AB-FB96-46C3-A56B-2989B99A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00100"/>
            <a:ext cx="1123950" cy="27241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2C978-D95D-4CBF-BF1F-3DDE2DC7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71950"/>
            <a:ext cx="1257300" cy="15621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6955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2C24E-25C0-47B5-9690-3AB834AD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C3F04-9599-461D-8588-ED11B4D9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Какво трябва да умеем в края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C7BC9-34E3-4252-A129-B8320DEC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8E5D4-71A0-4439-ADA6-B4D93226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3235E-C01F-4754-A5D9-F34F7050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B9B19-F9E2-4771-B92D-DC16C151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Разпознаване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BAFBD-E450-432A-9B72-AB6D375E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2990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Обясняваме разликата между таг, елемент и атрибут.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F4287-D9ED-4AEB-91FA-C96C2FE0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16205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91E90-8A77-4E58-BFFA-744251AF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763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Структура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28A3B-4231-419E-BF96-098B658F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38300"/>
            <a:ext cx="2990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Създаваме валиден HTML документ с head и body.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4B8E8-F393-4816-9EB2-FD9363D3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6205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B4A73-39EC-4F2F-98DB-A527CC4D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2763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Съдържание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01133-10CC-4C1B-AD2E-A4534A9F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38300"/>
            <a:ext cx="2990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Използваме заглавия, абзаци и тагове за смислов акцент.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954D2-6075-4006-8866-3098EA3C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81400"/>
            <a:ext cx="9067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8278F-0491-42EC-B706-3922761D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Краен резултат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3E1AC-EB05-4024-A9A3-46CA85E1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0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Начална страница на училищен клуб, която браузърът може да отвори локално.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2AAF4-7132-4A15-B4F5-F62D5A07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HTML описва структурата и смисъла на съдържанието. CSS ще определя външния вид.</a:t>
            </a:r>
          </a:p>
        </p:txBody>
      </p:sp>
    </p:spTree>
    <p:extLst>
      <p:ext uri="{BB962C8B-B14F-4D97-AF65-F5344CB8AC3E}">
        <p14:creationId xmlns:p14="http://schemas.microsoft.com/office/powerpoint/2010/main" val="1055296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3028DB-5681-4558-9FA9-4F490664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A1870-0D03-41CD-808C-C2DA2F7E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Какво е HTML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3C4B5-96C2-428A-8B2D-CD01DFB8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EB733-455A-42FD-B32E-618F3C1D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817B9-8B1C-45DA-A5DD-EDADCD6A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HyperText Markup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3E2B5-C845-468A-9121-7C013452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333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FF1B8-AA32-4D13-9C89-F12BE30F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HyperText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F8A26-C45F-4C37-B976-B73A7B5F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Документите могат да бъдат свързани чрез хипервръзки.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5A669-8C99-42F4-B627-3910BC55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24050"/>
            <a:ext cx="3333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F46E2-02A9-4AF3-8EF1-0E042FF4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383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Markup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465B9-7BB5-4874-A7DA-3BBCE512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Таговете отбелязват ролята и структурата на съдържанието.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363D6-08B7-4070-8FFD-D4D8F296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333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D3DA2-B8C6-4D93-8C48-FFE7A9BB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Language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077DB-6BBB-4D07-A160-284A839C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HTML има определени елементи, атрибути и правила за влагане.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3BB89-3EE9-411F-8983-CAB47AB3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9067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123C8-08C9-49C4-A231-3CDFA073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HTML не е език за програмиране: не описва алгоритъм, а структура на документ.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633A7-32E8-4533-BD92-C5D08AD5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Браузърът прочита HTML и изгражда структурата на страницата.</a:t>
            </a:r>
          </a:p>
        </p:txBody>
      </p:sp>
    </p:spTree>
    <p:extLst>
      <p:ext uri="{BB962C8B-B14F-4D97-AF65-F5344CB8AC3E}">
        <p14:creationId xmlns:p14="http://schemas.microsoft.com/office/powerpoint/2010/main" val="1762479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304655-D135-4A3E-98EE-A50876D4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FEDBA-E0FC-443F-8275-B40B830B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От HTML файл до страница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69CA2-0531-4C59-8183-2021D815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6C2C0-B358-4CCF-8FBF-90B777B4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E7CDB-9542-4038-A0AA-9E50F43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79475-B1D6-4187-9BB5-F172F46F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index.html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1B3F7-21FD-4537-B2E3-513F06C0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текстов файл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9C897-E5AB-45F3-B1D3-D24DA77C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22098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DD095-205C-41FB-AAF6-F5ACCA1F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0002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D2C03-29D2-4A3A-96FB-736F65D8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0955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Browser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E7B17-06D3-4D11-8B0E-C76D450A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4003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прочита кода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219DD-567B-49E7-930E-8C35878C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2098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BC1D7-3993-4185-8655-D682B895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002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F68A7-5D8B-4CA3-8985-210F2226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955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DOM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7C0F8-FBA2-4BA6-8561-545CEDED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003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изгражда дърво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8D15B-DE6D-48B7-9ECA-C191C247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22098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B8129-EA50-478F-A2F4-A244FB6E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0002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B3F66-D788-4FF7-820E-CE875411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0955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Page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474EE-B039-4DF2-8605-63C2AF3F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4003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визуализира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6B9E1-D4E4-4C2D-B319-72611697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29000"/>
            <a:ext cx="9067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58E5E5-996E-4DDC-A0D9-52C2D931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814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Важно разграничение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A111A-D4EF-4726-A5DC-24C20471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433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6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HTML кодът е входът. Страницата на екрана е резултатът от интерпретацията на браузъра.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954EB-1DFA-4704-BFB1-BBBE3E97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DOM ще изучаваме подробно по-късно. Засега го приемаме като дървовидна структура на елементите.</a:t>
            </a:r>
          </a:p>
        </p:txBody>
      </p:sp>
    </p:spTree>
    <p:extLst>
      <p:ext uri="{BB962C8B-B14F-4D97-AF65-F5344CB8AC3E}">
        <p14:creationId xmlns:p14="http://schemas.microsoft.com/office/powerpoint/2010/main" val="1333170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1D042-7D79-418A-8BFD-57B83E2F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F09E8-61E5-4440-A2E5-B51BA9A9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Минимална структура на HTML документ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25509-4C0C-416D-987E-EBA08DE1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C3897-00E5-424C-8714-9CFAC7C6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32D23-EFBA-4D8E-B787-0A635C6E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477000" cy="45529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5F5E3-0B97-4971-A2F8-DF52BA4E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index.html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6FB3F-8CF2-45D5-B111-F08F4A3A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6096000" cy="407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&lt;!doctype html&gt;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&lt;html lang="bg"&gt;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&lt;head&gt;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&lt;meta charset="UTF-8"&gt;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&lt;title&gt;Клуб по програмиране&lt;/title&gt;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&lt;/head&gt;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&lt;body&gt;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&lt;h1&gt;Клуб по програмиране&lt;/h1&gt;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&lt;p&gt;Добре дошли в нашия клуб!&lt;/p&gt;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&lt;/body&gt;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&lt;/html&gt;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D7DE4-6D71-413F-91FD-A37FAB27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104900"/>
            <a:ext cx="3810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017EE-7961-48FC-A970-EDF563B5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2192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&lt;!doctype html&gt;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F0A2D-AB8C-4FAB-B7FB-2692EE28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3467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Документът използва HTML5.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5A04B-1E02-4819-98CE-7ECB1EBF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810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292A7-0569-499D-891C-0896807B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&lt;head&gt;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D4511-C798-4035-9D88-76285466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14600"/>
            <a:ext cx="3467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Данни за документа и настройки.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5F640-125B-437F-8D8A-48C00964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3810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8837D-91DF-4BB1-91BF-84A12D4E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861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&lt;body&gt;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ED4CC-4FEF-423C-9A93-818A4B5F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48050"/>
            <a:ext cx="3467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Видимото съдържание на страницата.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97B61-ADE6-43D1-BB1A-1E998EB7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05250"/>
            <a:ext cx="3810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EA86A-8B96-4BE1-80E8-86850067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195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lang="bg"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7A7CB-3476-48BC-8F6A-FAC4B4B7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81500"/>
            <a:ext cx="3467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Езикът на документа е български.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EE84F-4950-410C-8EF7-2A7A6C9D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Таговете се пишат с латински букви, а текстовото съдържание може да е на български.</a:t>
            </a:r>
          </a:p>
        </p:txBody>
      </p:sp>
    </p:spTree>
    <p:extLst>
      <p:ext uri="{BB962C8B-B14F-4D97-AF65-F5344CB8AC3E}">
        <p14:creationId xmlns:p14="http://schemas.microsoft.com/office/powerpoint/2010/main" val="14865776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8D0F6-E2BD-40F6-8494-F2AC95F5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442B8-D9C3-4257-9E69-5482940C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Таг, елемент и съдържание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249EC-5A1B-48C9-8CBA-E348CEB6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22B04-A7F8-4C27-A563-59D23EC6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C6EE2-2E1D-4E9A-9678-4D5A4CEF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276350"/>
            <a:ext cx="90678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1AD05-3418-4C14-B188-C497B95E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3716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HTML ELEMENT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E4A87-3E73-447E-B794-72B70D79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38300"/>
            <a:ext cx="868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&lt;p&gt;Добре дошли в клуба!&lt;/p&gt;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F62C3-DD66-42F5-BA17-738ED125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543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06D4E-965D-40BD-A321-5423A8EA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&lt;p&gt;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8B6BE-E4A3-4683-97FB-CDBDE813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начален таг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CA008-A8BA-4C05-BCCA-97B35919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242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58537-AAF2-4135-BDAA-04FF5A5C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3543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191C2-2FC7-4F16-8D73-6BF315DC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текст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01E83-4DAA-4005-B6B7-41FB7040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147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съдържание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3AD6A-850B-48B2-A7E8-8E8A172A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242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3A6C8-BB5D-4926-9DD1-BFDC8F2C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3543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6791D-6DD4-43A9-A8D2-505B15FE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99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&lt;/p&gt;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FB189-5811-40E7-B1B7-7D2A5BED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147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краен таг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8109B-FE34-4A35-BAD6-31DB98FB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48150"/>
            <a:ext cx="9067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F7CBB-7625-49DC-92D2-0B1F2195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386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Елемент = начален таг + съдържание + краен таг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D0DBB-5C97-4FCD-991E-52C1DAF5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Името p идва от paragraph — абзац.</a:t>
            </a:r>
          </a:p>
        </p:txBody>
      </p:sp>
    </p:spTree>
    <p:extLst>
      <p:ext uri="{BB962C8B-B14F-4D97-AF65-F5344CB8AC3E}">
        <p14:creationId xmlns:p14="http://schemas.microsoft.com/office/powerpoint/2010/main" val="20882564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477D5-E297-4F89-B2FB-94818A8D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358CC-B3DB-4DE7-BE81-AD50AF80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Атрибутите добавят информация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F22BB-9576-481D-B198-1AD9FB2B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BCF57-3B60-46B8-A6A6-4ED34E2F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02911-A3D6-4D70-A59E-97098D03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200150"/>
            <a:ext cx="9067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A851A-D702-4D39-89DD-CEA42802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2954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7D92D-0C2A-4F8B-BB56-B86EE419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62100"/>
            <a:ext cx="8686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&lt;html lang="bg"&gt;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 title="Информация за клуба"&gt;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Поставете мишката върху текста.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&lt;/p&gt;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E6A63-AF8B-44AD-9F5D-A96C1E49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BA8CA-50D1-4818-8C72-70277B63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Име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43778-B0FF-4849-9A3F-FED9F6E6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lang или title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D8021-1339-4422-8E49-11A3B112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3380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F186B-CD52-4248-A69B-7344D67D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481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Стойност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780A6-0172-48E5-A5C3-8719863B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1005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bg или Информация за клуба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BA7C3-719B-475E-9D33-4D3198A0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3380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EA638-B466-4BEC-B59D-CE62479F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Място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17282-59AB-49A1-A41A-8E1CB1A9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005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 началния таг на елемента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4DB29-CFBC-4234-B772-6E73201F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Общ вид: attribute="value". Стойността обикновено се огражда с кавички.</a:t>
            </a:r>
          </a:p>
        </p:txBody>
      </p:sp>
    </p:spTree>
    <p:extLst>
      <p:ext uri="{BB962C8B-B14F-4D97-AF65-F5344CB8AC3E}">
        <p14:creationId xmlns:p14="http://schemas.microsoft.com/office/powerpoint/2010/main" val="16036500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0AF5E-FACD-47FF-B164-09FCFB14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DAEB4-12B3-4F4D-A7F4-747929DB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Правилното влагане създава йерархия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21EDB-2582-41B1-BE03-228D0F03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121E2-7DB1-4C8C-A707-E62E7D3E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A939A-FDEE-4755-A36E-55E09D75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23875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D59C9-7D8F-4945-8CC9-066E28A5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ПРАВИЛНО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49E8D-2195-4C2B-A102-A43ABF2C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48577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&lt;body&gt;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&lt;section&gt;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&lt;h2&gt;За клуба&lt;/h2&gt;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&lt;p&gt;Срещаме се всеки вторник.&lt;/p&gt;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&lt;/section&gt;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&lt;/body&gt;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CCF27-BCEE-4352-8B9C-4A1F7751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200150"/>
            <a:ext cx="523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F45E1-E43C-4050-AB4C-B5DDEB6B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9540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НЕПРАВИЛНО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09736-2143-4CAD-BF82-C0DBFEB2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621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&lt;p&gt;Това е &lt;strong&gt;важен текст.&lt;/p&gt;&lt;/strong&gt;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BB95D-67F1-48D2-BC46-70C39238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523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48174-FEFD-4D49-8FEE-FB9AF7B4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ПРАВИЛНО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A17EE-49B1-4CCB-B576-E2AE8991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&lt;p&gt;Това е &lt;strong&gt;важен текст.&lt;/strong&gt;&lt;/p&gt;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10F61-B23E-46B5-BF25-5546B11C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9067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43E1A-7162-4A87-B7BF-E707C38D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Последният отворен елемент трябва да се затвори първи.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FE4A4-F4DF-469C-B4CB-B6CF56AE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Отстъпите не са задължителни за браузъра, но правят кода четим.</a:t>
            </a:r>
          </a:p>
        </p:txBody>
      </p:sp>
    </p:spTree>
    <p:extLst>
      <p:ext uri="{BB962C8B-B14F-4D97-AF65-F5344CB8AC3E}">
        <p14:creationId xmlns:p14="http://schemas.microsoft.com/office/powerpoint/2010/main" val="15749496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AA5DD-86EF-428C-BD6C-0E6936E0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9E40F-A785-4BC5-B4BD-D3CDC800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Заглавия: h1 до h6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76B6E-9123-4B33-835A-054BFBDF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A415E-1727-41C7-A256-93715E4C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DE2E3-28CC-4EAA-9559-368CCA81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5810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E71F1-306A-49A1-8A7F-7BD1DBCA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546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57366-C6D3-4EFD-9623-1CB54FF5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&lt;h1&gt;Клуб по програмиране&lt;/h1&gt;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&lt;h2&gt;За клуба&lt;/h2&gt;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&lt;h3&gt;Седмични срещи&lt;/h3&gt;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84C5D-4AD6-447F-9927-3C1CC49D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00150"/>
            <a:ext cx="4476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84176-B5DC-48DE-AEF7-C298A15F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352550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Клуб по програмиране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21367-0A01-42F4-A555-87B6A212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51AD9-7CE3-419D-9BE5-A7EFD9E8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860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 клуба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BD6DE-7467-4195-9040-171CD3F4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9900"/>
            <a:ext cx="4476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E3E82-FB52-4222-8393-337AD729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24200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Седмични срещи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9CFB6-4E21-4FA4-A06E-8AB5ADDB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10050"/>
            <a:ext cx="9067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1DB24-5A13-45F0-885B-ACFA0911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872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Йерархия, не размер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EB67F-AEC7-4569-B114-B7885715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872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Избираме h1, h2 и h3 според структурата на съдържанието, а не според желания размер.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45F6A-3D46-479E-8A7F-C2253428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Обикновено страницата има едно основно h1 и последователни подзаглавия.</a:t>
            </a:r>
          </a:p>
        </p:txBody>
      </p:sp>
    </p:spTree>
    <p:extLst>
      <p:ext uri="{BB962C8B-B14F-4D97-AF65-F5344CB8AC3E}">
        <p14:creationId xmlns:p14="http://schemas.microsoft.com/office/powerpoint/2010/main" val="17448982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A3090-867E-4CF8-B0F9-7F15720B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F3467-8B0B-42F9-90B2-A71EBFC2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Абзаци, нов ред и тематично разделяне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DEA8B-BF43-4A40-988B-BEB835DC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5D220-F14C-44D7-82BE-4867F4D4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87D39-BD39-4E1D-8FA5-8E203344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61912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25453-5753-4A58-9659-CFF9FDBA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584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11755-07AA-49E8-AB81-EA9F0C42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8102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&lt;p&gt;Клубът е отворен за всички ученици.&lt;/p&gt;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&lt;p&gt;Работим по малки практически проекти.&lt;/p&gt;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&lt;p&gt;Среща: вторник&lt;br&gt;Кабинет: 205&lt;/p&gt;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&lt;hr&gt;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46FB3-A553-4218-AE78-00B2730B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200150"/>
            <a:ext cx="4095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3CB88-BD73-44C5-AF9B-92E91C20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1445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&lt;p&gt;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F80AB-3FD4-47F3-9D1C-3647423B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764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Самостоятелен абзац.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C427B-9F74-49FB-B48E-73541494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28850"/>
            <a:ext cx="4095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A2AEC-C8B3-4762-875D-D8BE78A7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&lt;br&gt;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B8000-8F05-4F82-9D57-3F9FDE0D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051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Пренася текста на нов ред.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7654F-F7F7-4370-8B3E-3946DD0E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57550"/>
            <a:ext cx="4095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BC9CB-8BE8-4876-9EA5-179759F5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7185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&lt;hr&gt;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928D6-A243-466F-87D9-E0D3594F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338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Тематично прекъсване между части.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9EC9E-8C4A-4CD0-B518-0CE98FFD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br и hr са празни елементи: нямат съдържание и отделен краен таг.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E61F9-C8BD-48FB-9884-BFAD75E6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Не използваме много &lt;br&gt;, за да създаваме разстояния. Това е задача на CSS.</a:t>
            </a:r>
          </a:p>
        </p:txBody>
      </p:sp>
    </p:spTree>
    <p:extLst>
      <p:ext uri="{BB962C8B-B14F-4D97-AF65-F5344CB8AC3E}">
        <p14:creationId xmlns:p14="http://schemas.microsoft.com/office/powerpoint/2010/main" val="2093336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03D30-B9BF-4E33-BDE3-DA7EC571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0C664-AF43-4B9C-B6D4-FE9041AF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Смислов акцент: strong и 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33AA5-D3ED-4F4C-8F0C-E5DC7B4A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44E98-6C01-4D94-B7CC-74D52913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4B831-87DB-437A-AB62-03E4544A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572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68302-83F2-4856-B3C8-DA13512F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622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72379-1C8A-4545-9D65-9C306CEE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&lt;p&gt;Записването приключва в &lt;strong&gt;петък&lt;/strong&gt;.&lt;/p&gt;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&lt;p&gt;Носете &lt;em&gt;собствен лаптоп&lt;/em&gt;, ако е възможно.&lt;/p&gt;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4E82E-DE4C-4BFA-BE5B-467F7FE4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52550"/>
            <a:ext cx="3714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250EF-34ED-47A2-A04D-12936605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6685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&lt;strong&gt;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EC140-D8D9-482B-9D8B-46B7F418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28800"/>
            <a:ext cx="3371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Силна важност. Обикновено браузърът показва удебелен текст.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6D65F-A995-47F7-8AA2-9E441F19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09850"/>
            <a:ext cx="3714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C5429-870C-47EB-8F5C-CE669911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&lt;em&gt;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40A1C-1C8E-4CAD-8885-8DA0D07F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86100"/>
            <a:ext cx="3371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Смислово ударение. Обикновено браузърът показва курсив.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44612-7979-4630-852D-7C313785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48150"/>
            <a:ext cx="9067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B20B0-9B82-4025-858A-53F221D1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19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Избираме елемента според смисъла, а не само според външния вид.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80A80-954A-4117-87A1-B4BD58A5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CSS по-късно може да промени визуалното представяне.</a:t>
            </a:r>
          </a:p>
        </p:txBody>
      </p:sp>
    </p:spTree>
    <p:extLst>
      <p:ext uri="{BB962C8B-B14F-4D97-AF65-F5344CB8AC3E}">
        <p14:creationId xmlns:p14="http://schemas.microsoft.com/office/powerpoint/2010/main" val="20113416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DBE1C-42FB-4BDB-8123-4025D287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3F1B8-8DA3-4B4B-AB27-C00AABFE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Коментари и специални символи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889F8-0D94-46D1-B83A-94AB9526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E5FF7-4618-4D3A-9FDF-6F4983D4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36153-0643-42D2-B398-DA794BBC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2865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A3BC6-094B-4CD4-86AF-C755CF0A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594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48912-7E5B-44F5-AB88-3EAE8FAB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59055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&lt;!-- Този текст не се вижда в страницата --&gt;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&lt;p&gt;HTML &amp;amp; CSS&lt;/p&gt;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&lt;p&gt;Изписваме таг така: &amp;lt;p&amp;gt;&lt;/p&gt;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&lt;p&gt;Авторско право &amp;copy; 2026&lt;/p&gt;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292F8-76AB-478F-84AC-9800A279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00150"/>
            <a:ext cx="4000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709F2-13DC-4EC6-9886-2F27945E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144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&lt;!-- ... --&gt;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31748-820C-43C4-A0F7-113F93FF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7640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Бележка в изходния код.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6A75A-6FDD-46F3-9D20-F97353CE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71700"/>
            <a:ext cx="4000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F59BF-CF43-43C2-A12A-2CB5136E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860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&amp;lt; и &amp;gt;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5BD59-8E09-448F-AA08-BD2DF86A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4795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Показват знаците &lt; и &gt; като текст.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6CBC9-386A-4B44-85B4-0A69A453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43250"/>
            <a:ext cx="4000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7EA38-97DB-47BD-8481-E398FCDA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575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&amp;amp;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0E941-A85C-4135-9E63-C9A37522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1950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Показва символа &amp;.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F8153-FCC8-4393-892F-DC265C95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Коментарът не е защита: всеки може да го види чрез View Source или Developer Tools.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ACCDF-E57B-43D7-892A-7BBFCEEE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Не записваме пароли, ключове или лични данни в HTML коментари.</a:t>
            </a:r>
          </a:p>
        </p:txBody>
      </p:sp>
    </p:spTree>
    <p:extLst>
      <p:ext uri="{BB962C8B-B14F-4D97-AF65-F5344CB8AC3E}">
        <p14:creationId xmlns:p14="http://schemas.microsoft.com/office/powerpoint/2010/main" val="9424239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282DD3-6C11-4E09-824D-765B52C5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9A580-BE97-468B-B272-C35F9327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Чести грешки в началото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A1342-80B2-4DA4-A02C-70478468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949C4-C26A-4A96-AC67-967A8632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5B8CC-3FEC-458F-BFFD-AC191CE2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71550"/>
            <a:ext cx="10210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5341B-443D-4754-BBE5-8D40EF5D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14425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69ED9-C033-426F-957B-EE635925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334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Липсва &lt;/p&gt;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6EB4E-B59F-45A6-86A2-C24477AC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0668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незатворен елемент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907A2-EAAD-442E-94C8-70B7CD18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10210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B247F-D0A9-423C-BDCA-B39AFCA5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28825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EF681-CA9E-43AC-8981-A8358DD0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478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&lt;H1&gt; и &lt;h1&gt;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59A7B-B532-4072-9B10-8A99D129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812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работи, но използваме малки букви последователно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17417-B69F-4713-B4B2-3E1A512C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10210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BAE62-BB59-4496-B328-DE1A5750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76EFC-5050-47CC-8A9E-3560780E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622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&lt;p&gt;&lt;strong&gt;...&lt;/p&gt;&lt;/strong&gt;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72478-FDF8-47E9-86ED-1D1F2AD9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неправилно влагане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2B783-6C9F-47B6-ADCB-60B82096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0210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95F1C-6EB4-4704-9627-95C7208F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57625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517C6-8774-4C06-AB56-8573863F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766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&lt;title&gt; в body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F9FB1-3A4F-42A8-9DAC-2AFB26FE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метаданни на неправилно място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D0DC6-8271-4C2B-B82E-321B6807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10210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7319D-8224-4916-8D19-C36A501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72025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D53311-6F91-4810-8352-128DB6A4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910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много &lt;br&gt;&lt;br&gt;&lt;br&gt;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F1707F-783B-4F3F-AA26-59560608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244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разстояние, което трябва да направим с CSS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8D7478-821A-4147-93AB-498A1999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Добрата структура помага едновременно на браузъра, разработчика и потребителя.</a:t>
            </a:r>
          </a:p>
        </p:txBody>
      </p:sp>
    </p:spTree>
    <p:extLst>
      <p:ext uri="{BB962C8B-B14F-4D97-AF65-F5344CB8AC3E}">
        <p14:creationId xmlns:p14="http://schemas.microsoft.com/office/powerpoint/2010/main" val="1824560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7A699-8ACC-492D-BD18-62727D39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0CDD1-69EF-44A0-ACE1-B759DA4F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HTML, CSS и JavaScript имат различни роли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5994B-C469-45DD-9082-85E5D947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981DE-7F2B-4418-B290-6C5E0993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A7358-3CBC-48DF-AF22-3BC14169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409E0-B431-40CD-91CE-81CF7944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1D0A0-9A50-4866-B5F7-21D08E85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908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Структура и смисъл: заглавия, абзаци, списъци, връзки и изображения.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908E1-1BF1-42EF-81FA-FB4DA704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C7711-9286-489E-BAA7-550DF5CA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335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CSS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A575A-E7BD-4CC3-9C10-61A68BF1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29908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Външен вид: цветове, размери, разположение и адаптивен дизайн.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639CC-36A5-4CEC-9E49-5E71D4B9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192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587E8-3922-4574-B96C-14178958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335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JavaScript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9A01D-D3FE-4B41-ABAC-20C0DD58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29908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Поведение: събития, промени в страницата и комуникация с API.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A8FF7-FF00-4BCC-B612-259D73B7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05250"/>
            <a:ext cx="9067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EFBBE-C5D5-41EE-BF38-0391B0D1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005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ТРИ ОСНОВНИ ТЕХНОЛОГИИ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64073-7B22-49F9-B7CC-BC922E04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868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HTML: Какво има?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CSS: Как изглежда?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JavaScript: Какво се случва?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9BBD0-C9C9-4ED3-99AC-D553DD75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В тази тема пишем структурата. Не използваме HTML тагове само за визуален ефект.</a:t>
            </a:r>
          </a:p>
        </p:txBody>
      </p:sp>
    </p:spTree>
    <p:extLst>
      <p:ext uri="{BB962C8B-B14F-4D97-AF65-F5344CB8AC3E}">
        <p14:creationId xmlns:p14="http://schemas.microsoft.com/office/powerpoint/2010/main" val="16237269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EEE941-93EB-4034-8105-CD25853D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67206-BF3A-43AB-9540-D7846320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Работен процес: редактор и браузър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06245-F62F-435C-86F9-E9E81E27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0F8B5-9A55-4D83-AE32-203C1A89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F3E16-41C9-4541-BB93-DED98BC1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2D4FC-8F56-4B27-A1CE-01481D9A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1. EDIT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7196E-D4EA-4214-8779-7CD4F21C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index.html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92DB6-C68F-4DCF-B318-E29C4648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177165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1804E-5B95-43AF-B745-CDA45FB8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56210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A3D90-FD6C-4A5C-8D21-6E33EC0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165735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2. SAVE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ABDB9-68B4-4785-A3AE-AF9F5655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196215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Ctrl +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B9765-A443-49D4-AC88-20D2549F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77165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58479-9AA8-4D73-94C1-A65D2330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6210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844CD-4AD7-445B-B7B9-9C37146A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65735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3. REFRESH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14B48-EA99-449A-996B-DD6ECF62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6215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браузър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482E1-F8D1-44AB-831C-96E53441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177165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7E51F-DC32-4E17-9D6D-3D47A7D8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56210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490EA-D712-4247-A6C4-3D9AC5EA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165735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4.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759EA-1704-4265-B96E-0285AA9C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196215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резултат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FAB0A-54BB-41C1-99FB-74822DA2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14650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55BCBB-842E-42CD-86B9-13933A15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09900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ПАПКА НА ПРОЕКТА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1CD46-DABD-42A4-BE06-6F0BCA85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766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project/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└── index.html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A3BA5-5F1C-4A2D-8925-58C7BAF5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14650"/>
            <a:ext cx="4686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4A73E5-843F-4779-A19C-77A36256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0990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index.html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5C5EEE-364B-4D4F-9DC4-BD020903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76600"/>
            <a:ext cx="4305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&lt;!doctype html&gt;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&lt;title&gt;Моята страница&lt;/title&gt;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&lt;h1&gt;Здравей, HTML!&lt;/h1&gt;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1DA3E2-09FC-4DE6-BFBC-735E7B59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10100"/>
            <a:ext cx="9067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A25A38-7B4F-4E8F-A82E-09970DCF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434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Разширението трябва да бъде .html, а не .txt. В Windows включете показването на file name extensions.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55CEB4-6916-4991-884E-A6DB8059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Промяната се вижда след записване на файла и презареждане на страницата.</a:t>
            </a:r>
          </a:p>
        </p:txBody>
      </p:sp>
    </p:spTree>
    <p:extLst>
      <p:ext uri="{BB962C8B-B14F-4D97-AF65-F5344CB8AC3E}">
        <p14:creationId xmlns:p14="http://schemas.microsoft.com/office/powerpoint/2010/main" val="407268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7FB30-6FC4-402C-9546-2FE38E82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887EA-73BA-44BB-90CF-0871B097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Head и body съдържат различна информация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42F43-9959-4466-A343-9ECA19B4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A9C05-C1EA-4A50-8675-4AEB8A16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38DAC-043D-4DD5-9B84-9A5B13A9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1912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ABBA9-C359-4305-8B76-07D43411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584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HEAD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31B1C-D261-463E-9E9D-0C3070BC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581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&lt;head&gt;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&lt;meta charset="UTF-8"&gt;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&lt;meta name="viewport"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content="width=device-width, initial-scale=1.0"&gt;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&lt;meta name="description"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content="Училищен клуб по програмиране"&gt;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&lt;title&gt;Клуб по програмиране&lt;/title&gt;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&lt;/head&gt;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0B85A-3605-4FFC-9AE3-2FDBDC62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162050"/>
            <a:ext cx="4095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7A197-F6EE-4A81-BF9F-50D95986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7635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charset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5CAC1-26B3-4FAF-8964-772E1383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7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UTF-8 позволява правилно изписване на кирилица.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5AF14-B090-49C2-A6E1-7C87BA23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90750"/>
            <a:ext cx="4095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1BE95-C9B4-4EA9-8D70-5DACFBC2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0505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viewport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AAB1A-2C89-4E1F-83E5-46B780C1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70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2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Подготвя страницата за различни размери на екрана.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A43BB-193C-434C-AB1A-A06D526D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19450"/>
            <a:ext cx="4095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F5A02-B238-42F0-90A6-6EB3FF66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3375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description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FDE22-18BE-4066-8DD0-8F36B899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957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Кратко описание на документа.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D422D-70C6-49E3-81E0-64A87547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48150"/>
            <a:ext cx="4095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0F0EC-7A5C-4CC8-8798-B984EA36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6245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title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C2AF7-D2F5-46E4-8828-26A547C7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244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Текстът в browser tab и отметките.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0AD8E-FFC8-48A6-91BC-564D7D02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В body поставяме съдържанието, което потребителят вижда в страницата.</a:t>
            </a:r>
          </a:p>
        </p:txBody>
      </p:sp>
    </p:spTree>
    <p:extLst>
      <p:ext uri="{BB962C8B-B14F-4D97-AF65-F5344CB8AC3E}">
        <p14:creationId xmlns:p14="http://schemas.microsoft.com/office/powerpoint/2010/main" val="13239358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52FC4-0303-4330-8E42-9DFF5707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3933A-FFCB-4EDA-972B-63EC3830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Блокови и вградени елементи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B5F95-1CB1-48A2-BF83-98A68A5B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8AEEB-1DE0-42A5-8023-35FB0729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E460C-E914-48AF-8C5E-226CA1EC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2578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13617-490E-4E9C-BC13-9959F88F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БЛОКОВИ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253F3-D498-4A1D-850D-4529EB93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45910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Започват на нов ред и обикновено заемат наличната ширина.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Примери:</a:t>
            </a:r>
          </a:p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&lt;h1&gt;  &lt;p&gt;  &lt;section&gt;  &lt;div&gt;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23E4D-18D2-4BF5-95B0-790D1C6E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81100"/>
            <a:ext cx="52578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CFD8A-A8B3-4C30-9B72-80B095E9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3350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ВГРАДЕНИ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39D0B-A793-4FA1-9E98-A1262E68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43100"/>
            <a:ext cx="45910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Остават в текущия текстов ред и обхващат част от съдържанието.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Примери:</a:t>
            </a:r>
          </a:p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&lt;strong&gt;  &lt;em&gt;  &lt;span&gt;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7A26B-E084-483D-9367-59ABE990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24400"/>
            <a:ext cx="9067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F966D-CCF5-43C3-8870-D3A0CFCE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1965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КОМБИНИРАНЕ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298E9-F7D6-40C8-AE95-9737055E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868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&lt;p&gt;Това е &lt;strong&gt;важна&lt;/strong&gt; информация.&lt;/p&gt;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A8C32-0F6D-4B2B-A4BE-EDAC9D93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Това е начално разграничение. Реалното визуално поведение може да се промени с CSS.</a:t>
            </a:r>
          </a:p>
        </p:txBody>
      </p:sp>
    </p:spTree>
    <p:extLst>
      <p:ext uri="{BB962C8B-B14F-4D97-AF65-F5344CB8AC3E}">
        <p14:creationId xmlns:p14="http://schemas.microsoft.com/office/powerpoint/2010/main" val="16651496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892720-6199-4704-91D3-F204F342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76D37-768D-4A7E-9E7A-2CDD0A9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Задача: начална страница на клуб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ACF91-FB8F-4458-A6F2-DD4E1CF7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ИП–Т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41363-604E-4930-AE05-7908AB22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7F1F6-A1CE-4EF2-B272-A6B8D1A8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5245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CED23-EA54-4B80-9FDC-DDEE0E73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81100"/>
            <a:ext cx="518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НАЧАЛЕН КОД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707C5-DD30-4761-B0F9-3513436A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51435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&lt;!doctype html&gt;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&lt;html lang="bg"&gt;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&lt;head&gt;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&lt;meta charset="UTF-8"&gt;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&lt;title&gt;Клуб по програмиране&lt;/title&gt;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&lt;/head&gt;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&lt;body&gt;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&lt;!-- Добавете съдържанието тук --&gt;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&lt;/body&gt;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&lt;/html&gt;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30C5E-4C9C-409F-A460-56436636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66800"/>
            <a:ext cx="476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3B06F-40BD-4C04-AF5A-3A1F9D27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8110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D551F-4F8A-42C5-A9D8-9DD9A75E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2001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0EB55-C798-43E9-9D71-E4EF5851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1430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Добавете h1 с име на клуба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1320A-E253-42EB-9DC3-62589835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476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55A0E-2324-46FB-BFDE-18474877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0025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E1F83-907D-4269-973D-EA88C381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193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1735E-8A34-407A-BAB8-B94554EB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Добавете h2 „За нас“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D6B82-F107-4EA2-9B40-613D1C72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476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3AA63-5E4D-47FA-B366-D78F5911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1940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C52B9-05F0-4F66-B00F-AE6FF31E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384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AE878-863D-4A56-A1DB-3AEA0675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Напишете два абзаца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FBBDC-FA3A-4C5C-A42F-EF309276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24250"/>
            <a:ext cx="476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04D31-23AB-478D-BF99-17081AAD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3855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CF655-4144-4068-A563-328E4F8E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576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9216D-EE2A-42F9-96CC-DE69D2E9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004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Използвайте strong и 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F49FD6-2ED7-46E5-9D45-20E75936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76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4245CD-9586-4498-A0AB-C47E646D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57700"/>
            <a:ext cx="495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FAA355-B98D-4655-A5C0-F9B001BE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6530A-7A13-4895-8488-BCFFF2C2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196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Добавете коментар в кода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9BAE8C-AC3E-4270-9CD5-02298732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Работа по двойки • 8 минути • отворете index.html в браузър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EFCF30-7586-4716-85CA-4941AF1C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Проверка: структурата е правилно вложена и текстът се вижда без грешни символи.</a:t>
            </a:r>
          </a:p>
        </p:txBody>
      </p:sp>
    </p:spTree>
    <p:extLst>
      <p:ext uri="{BB962C8B-B14F-4D97-AF65-F5344CB8AC3E}">
        <p14:creationId xmlns:p14="http://schemas.microsoft.com/office/powerpoint/2010/main" val="10240164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3C2A93-80A7-464B-9EB4-7C8D01B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AE5AA-E699-464F-A6B1-1F7D645C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Обобщение и изходен билет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5F5A7-C7ED-41FC-8C7F-B8CD26B4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КРАЙ НА ЧАС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27C5F-7CB5-4A17-AFA4-76175FFB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276E0-9A9B-4FA1-8E9D-1535E9CA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E312A-864F-41D1-8CC7-8D4CB947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Document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7A3DD-6621-46F5-8941-BA58951B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html/head/body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0AE9C-EA0A-41EE-A447-43B0EEFE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165735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FB170-B2E9-4414-B349-DF5DC27E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44780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0C04A-1C64-49BF-86D0-F1B638B8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154305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Element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4532A-6981-4892-8CCD-7B339552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184785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tags + 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2701C-7165-43CB-86FF-1802C8C1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65735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7B82A-D433-498D-9555-4E79EAA1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4780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37E5A-1566-4E11-99C9-25D2AD35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54305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Attribute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88008-1BEE-422C-91BC-148D1CBF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4785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name=value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E4ECE-A167-432B-B132-27C607C1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165735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AD0E4-6716-44D1-8FBD-784095E4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44780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E7C9B-093D-41A1-A4F5-63196C7C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154305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3CD5A-8E73-4699-B90F-771F94EF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184785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h1, p, strong, 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970A1-7919-402E-88DA-244A2FAA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10210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67C8B-11B9-4A98-B099-0ABE43BE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Изходен билет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AC3EB2-22A1-42DA-864F-AA19E882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Поправете кода и обяснете грешката: &lt;p&gt;Това е &lt;strong&gt;важно.&lt;/p&gt;&lt;/strong&gt;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5B82B-69B5-44B5-AAE9-1ECC899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0"/>
            <a:ext cx="9067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8021B0-592D-49F3-B548-FD288CE4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6725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ВЕРЕН ОТГОВОР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2E5ECB-5858-406C-9E4A-DCC763B5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33950"/>
            <a:ext cx="868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&lt;p&gt;Това е &lt;strong&gt;важно.&lt;/strong&gt;&lt;/p&gt;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EDE9D4-092D-4AA3-BEFC-68447F3C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Следващ час: списъци, връзки, изображения, файлови пътища и таблици.</a:t>
            </a:r>
          </a:p>
        </p:txBody>
      </p:sp>
    </p:spTree>
    <p:extLst>
      <p:ext uri="{BB962C8B-B14F-4D97-AF65-F5344CB8AC3E}">
        <p14:creationId xmlns:p14="http://schemas.microsoft.com/office/powerpoint/2010/main" val="703157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2026-10-06T20:09:29.0450000Z</dcterms:created>
  <dcterms:modified xsi:type="dcterms:W3CDTF">2026-10-06T20:09:29.0450000Z</dcterms:modified>
</coreProperties>
</file>