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849d4a9d6d4e49" /><Relationship Type="http://schemas.openxmlformats.org/officeDocument/2006/relationships/extended-properties" Target="/docProps/app.xml" Id="R60ecaa762c5a4019" /><Relationship Type="http://schemas.openxmlformats.org/officeDocument/2006/relationships/officeDocument" Target="/ppt/presentation.xml" Id="R165cdcee40e24a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6ecf57a20d4d5c"/>
  </p:sldMasterIdLst>
  <p:notesMasterIdLst>
    <p:notesMasterId xmlns:r="http://schemas.openxmlformats.org/officeDocument/2006/relationships" r:id="R0296628ac2d6495f"/>
  </p:notesMasterIdLst>
  <p:sldIdLst>
    <p:sldId xmlns:r="http://schemas.openxmlformats.org/officeDocument/2006/relationships" id="256" r:id="R5569e4f5644944e5"/>
    <p:sldId xmlns:r="http://schemas.openxmlformats.org/officeDocument/2006/relationships" id="257" r:id="R3e8cfd5afc1b4071"/>
    <p:sldId xmlns:r="http://schemas.openxmlformats.org/officeDocument/2006/relationships" id="258" r:id="Re73eb284e35f4c8e"/>
    <p:sldId xmlns:r="http://schemas.openxmlformats.org/officeDocument/2006/relationships" id="259" r:id="R8f3b205c8cae4668"/>
    <p:sldId xmlns:r="http://schemas.openxmlformats.org/officeDocument/2006/relationships" id="260" r:id="R92f92cf2ec304830"/>
    <p:sldId xmlns:r="http://schemas.openxmlformats.org/officeDocument/2006/relationships" id="261" r:id="R3f367692d9674e88"/>
    <p:sldId xmlns:r="http://schemas.openxmlformats.org/officeDocument/2006/relationships" id="262" r:id="R7f6e924d56654355"/>
    <p:sldId xmlns:r="http://schemas.openxmlformats.org/officeDocument/2006/relationships" id="263" r:id="Rb1146bc2d3324cc6"/>
    <p:sldId xmlns:r="http://schemas.openxmlformats.org/officeDocument/2006/relationships" id="264" r:id="Rfdfb5896d2d14218"/>
    <p:sldId xmlns:r="http://schemas.openxmlformats.org/officeDocument/2006/relationships" id="265" r:id="Rf2a64eea57a24591"/>
    <p:sldId xmlns:r="http://schemas.openxmlformats.org/officeDocument/2006/relationships" id="266" r:id="R9f4beb0a9b924b7a"/>
    <p:sldId xmlns:r="http://schemas.openxmlformats.org/officeDocument/2006/relationships" id="267" r:id="R426fd60919c74f42"/>
    <p:sldId xmlns:r="http://schemas.openxmlformats.org/officeDocument/2006/relationships" id="268" r:id="Rab14a807ccee405e"/>
    <p:sldId xmlns:r="http://schemas.openxmlformats.org/officeDocument/2006/relationships" id="269" r:id="Rb9c6fa8028944ccc"/>
    <p:sldId xmlns:r="http://schemas.openxmlformats.org/officeDocument/2006/relationships" id="270" r:id="Re71bf464ed2b4315"/>
    <p:sldId xmlns:r="http://schemas.openxmlformats.org/officeDocument/2006/relationships" id="271" r:id="Rc48a38ab122f4fbd"/>
    <p:sldId xmlns:r="http://schemas.openxmlformats.org/officeDocument/2006/relationships" id="272" r:id="R8533da2e390a48e8"/>
    <p:sldId xmlns:r="http://schemas.openxmlformats.org/officeDocument/2006/relationships" id="273" r:id="R321adc7928da450b"/>
    <p:sldId xmlns:r="http://schemas.openxmlformats.org/officeDocument/2006/relationships" id="274" r:id="R6af46ea226d9436a"/>
    <p:sldId xmlns:r="http://schemas.openxmlformats.org/officeDocument/2006/relationships" id="275" r:id="R52718579fe624ce6"/>
    <p:sldId xmlns:r="http://schemas.openxmlformats.org/officeDocument/2006/relationships" id="276" r:id="R24db012bf29e48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c5971901a64309" /><Relationship Type="http://schemas.openxmlformats.org/officeDocument/2006/relationships/slideMaster" Target="/ppt/slideMasters/slideMaster1.xml" Id="R236ecf57a20d4d5c" /><Relationship Type="http://schemas.openxmlformats.org/officeDocument/2006/relationships/notesMaster" Target="/ppt/notesMasters/notesMaster1.xml" Id="R0296628ac2d6495f" /><Relationship Type="http://schemas.openxmlformats.org/officeDocument/2006/relationships/presProps" Target="/ppt/presProps.xml" Id="R3916948736374271" /><Relationship Type="http://schemas.openxmlformats.org/officeDocument/2006/relationships/tableStyles" Target="/ppt/tableStyles.xml" Id="Rfe4f846715ff46f9" /><Relationship Type="http://schemas.openxmlformats.org/officeDocument/2006/relationships/slide" Target="/ppt/slides/slide1.xml" Id="R5569e4f5644944e5" /><Relationship Type="http://schemas.openxmlformats.org/officeDocument/2006/relationships/slide" Target="/ppt/slides/slide2.xml" Id="R3e8cfd5afc1b4071" /><Relationship Type="http://schemas.openxmlformats.org/officeDocument/2006/relationships/slide" Target="/ppt/slides/slide3.xml" Id="Re73eb284e35f4c8e" /><Relationship Type="http://schemas.openxmlformats.org/officeDocument/2006/relationships/slide" Target="/ppt/slides/slide4.xml" Id="R8f3b205c8cae4668" /><Relationship Type="http://schemas.openxmlformats.org/officeDocument/2006/relationships/slide" Target="/ppt/slides/slide5.xml" Id="R92f92cf2ec304830" /><Relationship Type="http://schemas.openxmlformats.org/officeDocument/2006/relationships/slide" Target="/ppt/slides/slide6.xml" Id="R3f367692d9674e88" /><Relationship Type="http://schemas.openxmlformats.org/officeDocument/2006/relationships/slide" Target="/ppt/slides/slide7.xml" Id="R7f6e924d56654355" /><Relationship Type="http://schemas.openxmlformats.org/officeDocument/2006/relationships/slide" Target="/ppt/slides/slide8.xml" Id="Rb1146bc2d3324cc6" /><Relationship Type="http://schemas.openxmlformats.org/officeDocument/2006/relationships/slide" Target="/ppt/slides/slide9.xml" Id="Rfdfb5896d2d14218" /><Relationship Type="http://schemas.openxmlformats.org/officeDocument/2006/relationships/slide" Target="/ppt/slides/slide10.xml" Id="Rf2a64eea57a24591" /><Relationship Type="http://schemas.openxmlformats.org/officeDocument/2006/relationships/slide" Target="/ppt/slides/slide11.xml" Id="R9f4beb0a9b924b7a" /><Relationship Type="http://schemas.openxmlformats.org/officeDocument/2006/relationships/slide" Target="/ppt/slides/slide12.xml" Id="R426fd60919c74f42" /><Relationship Type="http://schemas.openxmlformats.org/officeDocument/2006/relationships/slide" Target="/ppt/slides/slide13.xml" Id="Rab14a807ccee405e" /><Relationship Type="http://schemas.openxmlformats.org/officeDocument/2006/relationships/slide" Target="/ppt/slides/slide14.xml" Id="Rb9c6fa8028944ccc" /><Relationship Type="http://schemas.openxmlformats.org/officeDocument/2006/relationships/slide" Target="/ppt/slides/slide15.xml" Id="Re71bf464ed2b4315" /><Relationship Type="http://schemas.openxmlformats.org/officeDocument/2006/relationships/slide" Target="/ppt/slides/slide16.xml" Id="Rc48a38ab122f4fbd" /><Relationship Type="http://schemas.openxmlformats.org/officeDocument/2006/relationships/slide" Target="/ppt/slides/slide17.xml" Id="R8533da2e390a48e8" /><Relationship Type="http://schemas.openxmlformats.org/officeDocument/2006/relationships/slide" Target="/ppt/slides/slide18.xml" Id="R321adc7928da450b" /><Relationship Type="http://schemas.openxmlformats.org/officeDocument/2006/relationships/slide" Target="/ppt/slides/slide19.xml" Id="R6af46ea226d9436a" /><Relationship Type="http://schemas.openxmlformats.org/officeDocument/2006/relationships/slide" Target="/ppt/slides/slide20.xml" Id="R52718579fe624ce6" /><Relationship Type="http://schemas.openxmlformats.org/officeDocument/2006/relationships/slide" Target="/ppt/slides/slide21.xml" Id="R24db012bf29e48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31d06de948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150ab71a5147ac" /><Relationship Type="http://schemas.openxmlformats.org/officeDocument/2006/relationships/notesMaster" Target="/ppt/notesMasters/notesMaster1.xml" Id="R1a5e8791016447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8fe1527ad24ff6" /><Relationship Type="http://schemas.openxmlformats.org/officeDocument/2006/relationships/notesMaster" Target="/ppt/notesMasters/notesMaster1.xml" Id="Rc720d0398b5840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68682b49094f4e" /><Relationship Type="http://schemas.openxmlformats.org/officeDocument/2006/relationships/notesMaster" Target="/ppt/notesMasters/notesMaster1.xml" Id="Ra318ef67370140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222aa40706496a" /><Relationship Type="http://schemas.openxmlformats.org/officeDocument/2006/relationships/notesMaster" Target="/ppt/notesMasters/notesMaster1.xml" Id="R81408d8ebe3d4f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aa4ffb33454e8b" /><Relationship Type="http://schemas.openxmlformats.org/officeDocument/2006/relationships/notesMaster" Target="/ppt/notesMasters/notesMaster1.xml" Id="Rb3b8c7770a014c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59e59cc0ec4239" /><Relationship Type="http://schemas.openxmlformats.org/officeDocument/2006/relationships/notesMaster" Target="/ppt/notesMasters/notesMaster1.xml" Id="R8e278ee7b68c4b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92b79da53f4b68" /><Relationship Type="http://schemas.openxmlformats.org/officeDocument/2006/relationships/notesMaster" Target="/ppt/notesMasters/notesMaster1.xml" Id="R84f6d569a75445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295f47b7be447d" /><Relationship Type="http://schemas.openxmlformats.org/officeDocument/2006/relationships/notesMaster" Target="/ppt/notesMasters/notesMaster1.xml" Id="Re6590b174e654e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78cf10d26c499e" /><Relationship Type="http://schemas.openxmlformats.org/officeDocument/2006/relationships/notesMaster" Target="/ppt/notesMasters/notesMaster1.xml" Id="R424ce2a12a3942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64dcb7c2794dd3" /><Relationship Type="http://schemas.openxmlformats.org/officeDocument/2006/relationships/notesMaster" Target="/ppt/notesMasters/notesMaster1.xml" Id="R13c963885d454f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3a9204f2a444c8" /><Relationship Type="http://schemas.openxmlformats.org/officeDocument/2006/relationships/notesMaster" Target="/ppt/notesMasters/notesMaster1.xml" Id="Rc29cd52d2f3a43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3dc8ab5bfa46d1" /><Relationship Type="http://schemas.openxmlformats.org/officeDocument/2006/relationships/notesMaster" Target="/ppt/notesMasters/notesMaster1.xml" Id="Rf2119ba0ec9b46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c6bf5486aa40d5" /><Relationship Type="http://schemas.openxmlformats.org/officeDocument/2006/relationships/notesMaster" Target="/ppt/notesMasters/notesMaster1.xml" Id="R14372928e6ec48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e9fbea50dd44fa" /><Relationship Type="http://schemas.openxmlformats.org/officeDocument/2006/relationships/notesMaster" Target="/ppt/notesMasters/notesMaster1.xml" Id="Rdc14d0aea1544c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1c5001103549d6" /><Relationship Type="http://schemas.openxmlformats.org/officeDocument/2006/relationships/notesMaster" Target="/ppt/notesMasters/notesMaster1.xml" Id="R86c91c18a42444b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d9dc65ec8b41f4" /><Relationship Type="http://schemas.openxmlformats.org/officeDocument/2006/relationships/notesMaster" Target="/ppt/notesMasters/notesMaster1.xml" Id="R03e8b2f303744f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091775f035449c" /><Relationship Type="http://schemas.openxmlformats.org/officeDocument/2006/relationships/notesMaster" Target="/ppt/notesMasters/notesMaster1.xml" Id="R270ea4a5857942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ce58607cad4f00" /><Relationship Type="http://schemas.openxmlformats.org/officeDocument/2006/relationships/notesMaster" Target="/ppt/notesMasters/notesMaster1.xml" Id="R99e2f0d25d6d4f4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eb6dcb9f73645fe" /><Relationship Type="http://schemas.openxmlformats.org/officeDocument/2006/relationships/notesMaster" Target="/ppt/notesMasters/notesMaster1.xml" Id="Rdf447a35c785419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ee273b99f5f48ea" /><Relationship Type="http://schemas.openxmlformats.org/officeDocument/2006/relationships/notesMaster" Target="/ppt/notesMasters/notesMaster1.xml" Id="R8ff32e4cb2a2445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f2a37f4a0a4068" /><Relationship Type="http://schemas.openxmlformats.org/officeDocument/2006/relationships/notesMaster" Target="/ppt/notesMasters/notesMaster1.xml" Id="Rc5bcbd75a4d140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Обяснете, че целта е учениците да разберат идеята за много клиенти. Използваме кратка учебна реализация и оставяме по-сложната синхронизация за следващ етап.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Покажете очаквания краен резултат. Не започвайте с терминология. Първо учениците трябва да видят какво ще работи.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Припомнете наблюдението от предишния урок. Вторият клиент може да се свърже на TCP ниво, но приложението още не чете неговите съобщения.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 има един цикъл за приемане. За всяка връзка стартира отделна задача. Списъкът пази само Writer обектите, защото те са нужни при груповото изпращане.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Кажете, че списъкът е обикновен и познат. Той съдържа по един Writer за всеки свързан клиент.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Това е познатата начална част. Нов е само списъкът clients.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Подчертайте реда с Task.Run. Ако поставим await пред HandleClientAsync, отново ще чакаме текущия клиент.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Името е първият ред, който ChatClient изпраща. След това добавяме writer в списъка и съобщаваме, че клиентът се е присъединил.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Цикълът принадлежи само на конкретния клиент. Всеки свързан клиент има собствено изпълнение на този код.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using блокът затваря client, stream, reader и writer след края на метода. Първо премахваме writer от списъка.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sender е клиентът, който е изпратил съобщението. Когато го подадем, не връщаме същото съобщение обратно към него. ToList прави копие за текущото обхождане.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този етап може още да използвате стария клиент само за първоначално свързване. Истинското получаване по всяко време добавяме през втория час.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Груповото съобщение може да пристигне, докато потребителят още пише. Затова отделяме получаването в една фонова задача.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 очаква името веднага след свързването. Затова клиентът го изпраща преди обикновените съобщения.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въвеждаме отделен метод и Task.WhenAny. Фоновата задача започва и продължава да чете, докато връзката е активна.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Двете части имат ясни роли. Основният цикъл изпраща. Фоновата задача получава.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Подредете терминалите така, че класът да вижда едновременно server и трите clients. Пишете последователно от различни прозорци.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Дайте първо 12 минути за реализация. След размяната всеки ученик трябва да може да посочи реда, който позволява много клиенти.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Минете през редовете един по един. Ако нов клиент не се приема, проверете дали има await пред HandleClientAsync.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Използвайте този слайд при самостоятелната работа. Насочвайте с въпрос, вместо веднага да давате поправката.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Очакваният отговор е редът с Task.Run без await. За оценяването може да използвате малък HelpDesk или notification server със същата структура.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5b6930d1245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0a6b981e3542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94c49f9b945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a814a96e040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3a2b6bc3a4f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e5a154b454b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870A67-4F3D-4F61-B20A-BB975DD797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3ACD56-6C90-46E0-87E8-35A3C082F7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7CF4B4-BA37-4E1E-9E11-93936B7A11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DAF8A3-0CBC-42CF-A800-266A2E2D3D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4C27EA7-920A-4638-9151-5E2141A436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85B86C-893E-46A5-A1C0-4B25E05C16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D55E9A6-DA6E-4B0D-8049-33BFC33514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50FE5C-36C8-4A3E-B3AC-9DDE1ABE9E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6B543C-413F-4135-B83F-9B6D39F1A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70D657-590C-4911-8870-C2C635E793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2b387ddc334828" /><Relationship Type="http://schemas.openxmlformats.org/officeDocument/2006/relationships/slideLayout" Target="/ppt/slideLayouts/slideLayout1.xml" Id="Ra9b2e1731a3e40e4" /><Relationship Type="http://schemas.openxmlformats.org/officeDocument/2006/relationships/slideLayout" Target="/ppt/slideLayouts/slideLayout2.xml" Id="Rdeda917303164251" /><Relationship Type="http://schemas.openxmlformats.org/officeDocument/2006/relationships/slideLayout" Target="/ppt/slideLayouts/slideLayout3.xml" Id="Red7295af91494956" /><Relationship Type="http://schemas.openxmlformats.org/officeDocument/2006/relationships/slideLayout" Target="/ppt/slideLayouts/slideLayout4.xml" Id="Re95666f751644f46" /><Relationship Type="http://schemas.openxmlformats.org/officeDocument/2006/relationships/slideLayout" Target="/ppt/slideLayouts/slideLayout5.xml" Id="Rae172e3b56d7426c" /><Relationship Type="http://schemas.openxmlformats.org/officeDocument/2006/relationships/slideLayout" Target="/ppt/slideLayouts/slideLayout6.xml" Id="R376cbfb0d0a14d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b2e1731a3e40e4"/>
    <p:sldLayoutId xmlns:r="http://schemas.openxmlformats.org/officeDocument/2006/relationships" id="2147483650" r:id="Rdeda917303164251"/>
    <p:sldLayoutId xmlns:r="http://schemas.openxmlformats.org/officeDocument/2006/relationships" id="2147483651" r:id="Red7295af91494956"/>
    <p:sldLayoutId xmlns:r="http://schemas.openxmlformats.org/officeDocument/2006/relationships" id="2147483652" r:id="Re95666f751644f46"/>
    <p:sldLayoutId xmlns:r="http://schemas.openxmlformats.org/officeDocument/2006/relationships" id="2147483653" r:id="Rae172e3b56d7426c"/>
    <p:sldLayoutId xmlns:r="http://schemas.openxmlformats.org/officeDocument/2006/relationships" id="2147483654" r:id="R376cbfb0d0a14d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32c76c3b3d4fb2" /><Relationship Type="http://schemas.openxmlformats.org/officeDocument/2006/relationships/notesSlide" Target="/ppt/notesSlides/notesSlide1.xml" Id="R7d53628c24e547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0f32c233a4909" /><Relationship Type="http://schemas.openxmlformats.org/officeDocument/2006/relationships/notesSlide" Target="/ppt/notesSlides/notesSlide2.xml" Id="Ra9c5756ccf4348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ccf2c07c74f89" /><Relationship Type="http://schemas.openxmlformats.org/officeDocument/2006/relationships/notesSlide" Target="/ppt/notesSlides/notesSlide3.xml" Id="Rb3e6dbb1139444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7c657982244029" /><Relationship Type="http://schemas.openxmlformats.org/officeDocument/2006/relationships/notesSlide" Target="/ppt/notesSlides/notesSlide4.xml" Id="R9aa11b18c75b4c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668c8d95f445d6" /><Relationship Type="http://schemas.openxmlformats.org/officeDocument/2006/relationships/notesSlide" Target="/ppt/notesSlides/notesSlide5.xml" Id="R2ba40e191e094c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8a8c849ff04d2b" /><Relationship Type="http://schemas.openxmlformats.org/officeDocument/2006/relationships/notesSlide" Target="/ppt/notesSlides/notesSlide6.xml" Id="R90cde97b06e147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49d9586bdf4c4a" /><Relationship Type="http://schemas.openxmlformats.org/officeDocument/2006/relationships/notesSlide" Target="/ppt/notesSlides/notesSlide7.xml" Id="R7df266919dd248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03a747ff2349f7" /><Relationship Type="http://schemas.openxmlformats.org/officeDocument/2006/relationships/notesSlide" Target="/ppt/notesSlides/notesSlide8.xml" Id="R1e0f3e9602774c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949c14a67e4cc9" /><Relationship Type="http://schemas.openxmlformats.org/officeDocument/2006/relationships/notesSlide" Target="/ppt/notesSlides/notesSlide9.xml" Id="Rf14afa20ba5a46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daeec4a7e42ba" /><Relationship Type="http://schemas.openxmlformats.org/officeDocument/2006/relationships/notesSlide" Target="/ppt/notesSlides/notesSlide10.xml" Id="R9e24818340fb4d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eec77bea543c5" /><Relationship Type="http://schemas.openxmlformats.org/officeDocument/2006/relationships/notesSlide" Target="/ppt/notesSlides/notesSlide11.xml" Id="R965ab7e2899846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07ce39c30e4adc" /><Relationship Type="http://schemas.openxmlformats.org/officeDocument/2006/relationships/notesSlide" Target="/ppt/notesSlides/notesSlide12.xml" Id="Re536af9db0f44a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ed90576a15478f" /><Relationship Type="http://schemas.openxmlformats.org/officeDocument/2006/relationships/notesSlide" Target="/ppt/notesSlides/notesSlide13.xml" Id="R92f223f239b14e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a57acf133417b" /><Relationship Type="http://schemas.openxmlformats.org/officeDocument/2006/relationships/notesSlide" Target="/ppt/notesSlides/notesSlide14.xml" Id="R161eadd87c1a42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4b079858945cb" /><Relationship Type="http://schemas.openxmlformats.org/officeDocument/2006/relationships/notesSlide" Target="/ppt/notesSlides/notesSlide15.xml" Id="R68d419c1d0264b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b9f11fa37a418d" /><Relationship Type="http://schemas.openxmlformats.org/officeDocument/2006/relationships/notesSlide" Target="/ppt/notesSlides/notesSlide16.xml" Id="Reea448fc70604d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d936bcb1d4c34" /><Relationship Type="http://schemas.openxmlformats.org/officeDocument/2006/relationships/notesSlide" Target="/ppt/notesSlides/notesSlide17.xml" Id="Rc3013b3e6ef946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d492214f94075" /><Relationship Type="http://schemas.openxmlformats.org/officeDocument/2006/relationships/notesSlide" Target="/ppt/notesSlides/notesSlide18.xml" Id="R7303f66931d940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3fc6a63bc4b82" /><Relationship Type="http://schemas.openxmlformats.org/officeDocument/2006/relationships/notesSlide" Target="/ppt/notesSlides/notesSlide19.xml" Id="Rd6bfc10932714eb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a8176b47c4415" /><Relationship Type="http://schemas.openxmlformats.org/officeDocument/2006/relationships/notesSlide" Target="/ppt/notesSlides/notesSlide20.xml" Id="R2b1f460f175845f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477f486f3403a" /><Relationship Type="http://schemas.openxmlformats.org/officeDocument/2006/relationships/notesSlide" Target="/ppt/notesSlides/notesSlide21.xml" Id="Rc48e1a2fac284e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0F7D6-8ABE-4148-861D-62425343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4000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B6379-4C9E-47CA-A4A6-F1D4EA4E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Интернет програмиране • Учебна 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DB984-2930-491C-9426-8B0F9ADB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TCP чат с много клиенти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74F6F-8EEE-4D47-87AF-CB1D49A5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9EAF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9EAF1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9EAF1"/>
                </a:solidFill>
                <a:latin typeface="DejaVu Sans"/>
                <a:ea typeface="DejaVu Sans"/>
                <a:cs typeface="DejaVu Sans"/>
              </a:rPr>
              <a:t>Опростена и работеща учебна версия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BC568-AF86-4AE0-97E3-35938BEF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1524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D3513-F7FE-4C4E-93C5-602F2175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BCDB1-D32F-4278-B688-D1DE1654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24250"/>
            <a:ext cx="1524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2FBFC-81B7-4281-AFE7-03EE9C0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43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5FFA9-DB03-4714-AB9E-E273F735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24250"/>
            <a:ext cx="1524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E4044-B2B6-4303-9B03-2AC25E84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43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30D7D-2CF2-4755-88EB-63D81551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24250"/>
            <a:ext cx="1524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F44A3-F484-4D66-9A75-92B63ABD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43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CLIENT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F369F-ACBC-4FC5-B082-FDEF0D52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3CCDA"/>
                </a:solidFill>
                <a:latin typeface="DejaVu Sans"/>
                <a:ea typeface="DejaVu Sans"/>
                <a:cs typeface="DejaVu Sans"/>
              </a:rPr>
              <a:t>2 учебни часа • надграждане на първия TCP чат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F98D3-3CD6-4A57-8EE8-6AC0CDA5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3A2B8"/>
                </a:solidFill>
                <a:latin typeface="DejaVu Sans"/>
                <a:ea typeface="DejaVu Sans"/>
                <a:cs typeface="DejaVu Sans"/>
              </a:rPr>
              <a:t>Без ConcurrentDictionary, SemaphoreSlim, Interlocked и допълнителни модели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8E04E-CA34-43B4-A072-AF35DDEE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00100"/>
            <a:ext cx="1123950" cy="27241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FBB61-E94A-4ECD-A39A-AB230DC4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71950"/>
            <a:ext cx="1257300" cy="15621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03704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9981B-72FF-4EC4-9534-B9A1B4C5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D7CE5-40A6-4F97-A97C-2FEF3649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Цели на упражнението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FE937-DA02-4F22-8193-D6BB5470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2D09A-BF03-4A14-AD9D-E0CFDFF8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295D8-68B6-4F34-945F-102CEFA9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10BA1-8566-4DE9-AA0C-11CB4D66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Много клиенти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02051-7D8F-4257-93CC-B47D3999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990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Server приема нов клиент, докато останалите продължават разговора.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AE58A-D845-45B6-8FB1-7C38BE2E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382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002F6-AFB6-4F7B-B994-443DCCEA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525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Групов чат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B1ADA-8D38-4C47-AE1F-FB8B5F22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14500"/>
            <a:ext cx="2990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Съобщението на един клиент достига до всички други клиенти.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ABFD5A-07A4-4810-B85E-C646B0DE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3825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C462B-C131-4DF0-A601-5D0C3231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5255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Разбираем код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2E4ED-9807-4901-AB16-4277D92D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14500"/>
            <a:ext cx="29908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Използваме List, Task.Run и два кратки метода.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1627E-A759-4652-AAE2-0D5C8337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14750"/>
            <a:ext cx="9067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C7C36-4971-4A64-A28C-8FE8C9C0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48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Краен резултат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1C6E1-B2A0-4F84-BA19-A7AC2756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Един ChatServer и поне три ChatClient прозореца, които обменят съобщения.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63E26-24EE-4847-B29E-0363035B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Надграждаме работещия проект от предишния урок.</a:t>
            </a:r>
          </a:p>
        </p:txBody>
      </p:sp>
    </p:spTree>
    <p:extLst>
      <p:ext uri="{BB962C8B-B14F-4D97-AF65-F5344CB8AC3E}">
        <p14:creationId xmlns:p14="http://schemas.microsoft.com/office/powerpoint/2010/main" val="15781756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2B09B-FA06-4983-89AE-D94B6409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6FD09-2F89-4A7B-A5F2-33587C31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Проблемът на първата версия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CBBF8-C762-472D-9C95-767A06B8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F86FC-F0AE-4678-8226-FB0893FF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1E2F1-867C-48C8-A4FF-3C998DE0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352550"/>
            <a:ext cx="90678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07709-1DEB-4315-A69C-16D05F12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4478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СТАРИЯТ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27ED0-ACC0-4C30-9DC0-FDDEF0B9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14500"/>
            <a:ext cx="8686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while (true)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TcpClient client =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await listener.AcceptTcpClientAsync();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await HandleClientAsync(client);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8B944-B396-4D9F-AE45-5BDA36BA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91000"/>
            <a:ext cx="9067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F5611-61D1-4511-9433-EEE2F32B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434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Server чака разговорът с първия клиент да приключи, преди да обслужи втория.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1F401-6C27-497F-9296-EF687D61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Промяната е малка: стартираме обработката и веднага приемаме следващия клиент.</a:t>
            </a:r>
          </a:p>
        </p:txBody>
      </p:sp>
    </p:spTree>
    <p:extLst>
      <p:ext uri="{BB962C8B-B14F-4D97-AF65-F5344CB8AC3E}">
        <p14:creationId xmlns:p14="http://schemas.microsoft.com/office/powerpoint/2010/main" val="2029898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54A9A-10F9-43F7-AAA2-B782A955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7BB14-4977-4FB1-81B3-55165300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Опростена архитектура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2E383-12F1-41BA-92D8-AF93C17E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4A6F9-E68B-47F0-8B75-B87B10A8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38EE2-BA87-4E97-8B5B-FF21CED7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066800"/>
            <a:ext cx="2971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447C3-0356-40F5-98D7-9A35C5F4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238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>
            <a:defPPr algn="ctr">
              <a:defRPr sz="150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CHAT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FD4D9-337C-409C-ADCF-930DBF2F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00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ctr">
              <a:defRPr sz="10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приема всички връзки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B1A55-07BD-443D-B0AA-F1361C71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>
            <a:defPPr algn="ctr">
              <a:defRPr sz="28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F2262-3C1E-4D1B-A95E-ADD3A30A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9718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FA1A2-01F1-42EA-BCEA-9348C47B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CLIENT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B0EF1-7E60-4F94-8D85-DFCF642A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отделна Task.Run задача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12917A-9A2C-4838-B881-C3431C84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050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>
            <a:defPPr algn="ctr">
              <a:defRPr sz="28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F700C-6A12-4589-BCFC-FDF0F695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718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CB1B2-B214-4D92-8ED7-1343D635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194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CLIENT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67EEE-F24E-4FA7-9885-099DB24D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385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отделна Task.Run задача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B9687-4D13-4D25-8F64-7E0107ED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050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>
            <a:defPPr algn="ctr">
              <a:defRPr sz="28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FE0DC-41C0-4449-A413-36C7F729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9718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D0C12-AC07-4E78-ADD8-D374CEE8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194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CLIENT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344B5-606E-4666-BCDF-51B4C555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385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отделна Task.Run задача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57E30-C49C-49B4-9F00-4565BC9A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19650"/>
            <a:ext cx="90678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347AD-9EBD-404E-A3C0-5FA22589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List&lt;StreamWriter&gt; пази каналите за изпращане към свързаните клиенти.</a:t>
            </a:r>
          </a:p>
        </p:txBody>
      </p:sp>
    </p:spTree>
    <p:extLst>
      <p:ext uri="{BB962C8B-B14F-4D97-AF65-F5344CB8AC3E}">
        <p14:creationId xmlns:p14="http://schemas.microsoft.com/office/powerpoint/2010/main" val="2132160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AFD6B-20A8-41D5-AC1D-87E4374A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F569A-2323-4B7D-A58B-7B545E86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План за промяната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956D4-B8E2-4783-8C46-A40FF04E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1C1CC-D46D-41C5-91A0-854C6F56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3829A-C797-468F-A87F-D32AEC4C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586038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F2713-28D4-4931-B3F0-959F728A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3F0DF-5508-4EBD-A30C-EE6C8719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2431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Списък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72066-2DDC-48DC-8426-37CE5709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2431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пазим writer-ите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2FAFB-B2BE-412E-8602-157FAEE5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562100"/>
            <a:ext cx="2586038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C7014-F800-4A04-B767-494C21F7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1714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19D0E-EA9D-478E-9529-C83DED45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190750"/>
            <a:ext cx="22431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Task.Run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B3F66-7C8C-4921-938E-20ADFE3E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533650"/>
            <a:ext cx="22431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обработваме клиента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7ABDC-32D7-461E-BA45-9B66FD7B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562100"/>
            <a:ext cx="2586038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8B179-5B1C-4C71-9354-C0EC734F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14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8A1A3-1124-4D6A-8E99-DDAF6E2D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190750"/>
            <a:ext cx="22431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Broadcast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BE1DB-1BCC-41B2-BEB2-F293AE72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33650"/>
            <a:ext cx="22431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пращаме до всички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54252-6448-4309-801A-A31B9CB3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562100"/>
            <a:ext cx="2586038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5E4F8-6683-40B9-BCD5-9CA7E781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1714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14D9A-A8B3-47C4-9069-E4C9AF6B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2190750"/>
            <a:ext cx="22431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Receive 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8F4090-D42E-4A49-A4D7-3CE01DEB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2533650"/>
            <a:ext cx="22431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клиентът слуша server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38F34-BAC5-4D5A-973C-4EB47F57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Ще променим първо ChatServer, след това ChatClient.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C5FFA-B661-4CA1-8A62-8ED38974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14900"/>
            <a:ext cx="716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85EE7-67EA-40D0-810A-DF2C71C2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10150"/>
            <a:ext cx="681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ЕДИНСТВЕНАТА ОБЩА КОЛЕКЦИЯ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139AA0-2D06-4C03-9631-3F376CEB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76850"/>
            <a:ext cx="678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List&lt;StreamWriter&gt; clients = new();</a:t>
            </a:r>
          </a:p>
        </p:txBody>
      </p:sp>
    </p:spTree>
    <p:extLst>
      <p:ext uri="{BB962C8B-B14F-4D97-AF65-F5344CB8AC3E}">
        <p14:creationId xmlns:p14="http://schemas.microsoft.com/office/powerpoint/2010/main" val="1157446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F028D-24B0-491B-AA73-4038C104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25DCD-3B4B-4959-B63E-B44E0012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Начало на ChatServer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5B149-575A-4FA6-BDFC-A9030860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ЧАС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F62ED-00DF-498C-990B-527E08FF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9589D-B699-4FF5-8796-321F5D07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66800"/>
            <a:ext cx="90678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291F2-3235-47B0-8A49-8F9BC329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16205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ChatServer/Program.cs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57C0A-65BF-46AE-A435-E5070CE1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428750"/>
            <a:ext cx="86868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System.Net;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System.Net.Sockets;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TcpListener listener = new(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IPAddress.Any, 5000);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List&lt;StreamWriter&gt; clients = new();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listener.Start();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Console.WriteLine("Server started on port 5000.");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A1991-2D6C-4240-9F63-31135981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95850"/>
            <a:ext cx="276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76E85-4CEF-47C6-81FC-CCFF7133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101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TcpListener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046A1-E6B8-49DB-8993-CBEF7A1C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721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Слуша на порт 5000.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E3C2D-7932-4D51-9985-9C7F690D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95850"/>
            <a:ext cx="276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F5529-EDAD-4D56-BCEB-B93DE795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101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clients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D1B59-2BD2-4755-8E10-2992533B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3721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Пази активните writer-и.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AF77C-7F71-4DCF-9434-41670EE4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95850"/>
            <a:ext cx="276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C2669-8104-4DAA-B456-4D04713D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6FA01-35B3-4B78-BB27-6DBC7F23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721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Стартира server.</a:t>
            </a:r>
          </a:p>
        </p:txBody>
      </p:sp>
    </p:spTree>
    <p:extLst>
      <p:ext uri="{BB962C8B-B14F-4D97-AF65-F5344CB8AC3E}">
        <p14:creationId xmlns:p14="http://schemas.microsoft.com/office/powerpoint/2010/main" val="38386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24769-2548-471E-AEB2-5C2054F7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7C06C-299C-48C1-8165-78937604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Accept loop за много клиенти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7F393-F472-4901-BF9D-12A62F3A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AA693-A876-4993-974B-713F4436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A211E-55BA-4FC6-A205-1CAF262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"/>
            <a:ext cx="72390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DD23A-4B4D-4766-8CCB-828ED660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295400"/>
            <a:ext cx="689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ChatServer/Program.cs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18A3F-2431-4729-BAC6-8B16CD27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62100"/>
            <a:ext cx="68580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while (true)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TcpClient client =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await listener.AcceptTcpClientAsync();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Console.WriteLine("New client connected.");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_ = Task.Run(() =&gt; HandleClientAsync(client));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2A40C-AAC2-4CF4-9D16-CFB64EB9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33500"/>
            <a:ext cx="2762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F21BF-9FEA-4ACC-B646-43BDCD92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4478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Task.Run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DCE95-3D16-46A3-A55D-08AB961C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Стартира отделна задача за клиента.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9E43E-B76F-472F-A00A-53B8E441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86050"/>
            <a:ext cx="2762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B54C4-4F6A-48AB-9489-399CF4AE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Без await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91B12-A4F8-4AD1-976B-F0294EFE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6230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Цикълът веднага чака нова връзка.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33D4A-DD24-4D7B-B2EC-AAC16E5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38600"/>
            <a:ext cx="2762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6FDA5-F14B-491F-B41E-87B1EEC6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529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_ =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8BC30-EC2F-40C4-A87D-F18CAA81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148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Не пазим върнатата Task.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4886C-22BD-4A40-82EE-38112970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Това е основната промяна спрямо първата версия.</a:t>
            </a:r>
          </a:p>
        </p:txBody>
      </p:sp>
    </p:spTree>
    <p:extLst>
      <p:ext uri="{BB962C8B-B14F-4D97-AF65-F5344CB8AC3E}">
        <p14:creationId xmlns:p14="http://schemas.microsoft.com/office/powerpoint/2010/main" val="3464767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0E6FEC-FA05-4475-ABF6-BDAB527A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707F8-F58E-453E-9FE4-A5FEFABA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Начало на HandleClientAsync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7CFB6-987F-412A-8FBC-2A716647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8954F-3B2D-4EA3-A0F0-08779CA8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4926E-C8AE-4648-A235-B50B908E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95350"/>
            <a:ext cx="733425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01E53-9957-47A7-BB48-260BEF44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90600"/>
            <a:ext cx="6991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ChatServer/Program.cs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A8779-E54F-4ACB-9E4A-B2F152DE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57300"/>
            <a:ext cx="6953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async Task HandleClientAsync(TcpClient client)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using TcpClient connectedClient = client;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using NetworkStream stream = connectedClient.GetStream();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using StreamReader reader = new(stream);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using StreamWriter writer = new(stream)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{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AutoFlush = true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string username =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await reader.ReadLineAsync() ?? "Anonymous";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clients.Add(writer);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await BroadcastAsync($"{username} joined the chat.");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AD691-4DF2-4918-9A20-3E7ADFEF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1811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EA4E0-EE1C-4545-871F-2E378035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29540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reader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D7A6C-F50E-4F15-86B9-77683910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5735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Получава редове от клиента.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1BEE9-8184-4CAB-9ED8-96466EA8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63282-B2E5-431B-9EAC-FEE5AD87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5270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writer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CA1C5-016E-4CA8-9E38-683FFE80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Изпраща редове към клиента.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F033E-0E48-4965-A0E7-652263DB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9570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107FD5-7368-4FA1-AC2C-3824BE02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clients.Add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C7D56-AC55-4C7D-94C8-F872406A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7195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Добавя клиента в групата.</a:t>
            </a:r>
          </a:p>
        </p:txBody>
      </p:sp>
    </p:spTree>
    <p:extLst>
      <p:ext uri="{BB962C8B-B14F-4D97-AF65-F5344CB8AC3E}">
        <p14:creationId xmlns:p14="http://schemas.microsoft.com/office/powerpoint/2010/main" val="6370888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741485-DA07-4249-9166-D382BB7B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A844E-8912-4438-B22A-C3E6F259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Четене на съобщенията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AEEB6-086D-4034-BDA9-9E803209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12A3A-B067-4E88-8C91-7C3355E4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BFF29-97E9-4C75-91EE-81C598BA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200150"/>
            <a:ext cx="90678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692FC-E4C7-4A16-85D3-C341CABF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2954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ВЪТРЕ В HandleClientAsync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23FF6-C148-49A9-B5C5-B3D6E87A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62100"/>
            <a:ext cx="8686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while (true)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{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string? message = await reader.ReadLineAsync();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if (message is null || message == "/exit")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break;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await BroadcastAsync(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$"{username}: {message}",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writer);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CE49B-3EA1-48D6-8626-97200EED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00600"/>
            <a:ext cx="276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75C14-2A18-406C-ADCB-906518D7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149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ReadLineAsync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AE1D9-0D21-414B-A7BA-3DC49928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768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Чака ред от клиента.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9D927-16E9-4CE3-BDEB-C78068DF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00600"/>
            <a:ext cx="276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A20EF-6FB2-485C-A058-6F64A7A4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149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/exit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75418-6DD4-4149-B2F9-CAA4D927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768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Приключва разговора.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05FB0-D311-4E84-964E-6DE1021A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00600"/>
            <a:ext cx="276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E7649-D485-4D05-AAE0-48362A9B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Broadcast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9B5229-B88A-428D-AD10-E5421015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768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Праща до останалите.</a:t>
            </a:r>
          </a:p>
        </p:txBody>
      </p:sp>
    </p:spTree>
    <p:extLst>
      <p:ext uri="{BB962C8B-B14F-4D97-AF65-F5344CB8AC3E}">
        <p14:creationId xmlns:p14="http://schemas.microsoft.com/office/powerpoint/2010/main" val="810714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9DF67-6F7F-4D8A-85EA-5F9835DD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C95D0-B130-4D1E-A44F-30D2D35B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Изключване на клиента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33C7B-E3C0-4628-BCBA-F3E288BE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50EF5-1E94-4428-9857-B73CBF5D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12F1D-954A-487C-B753-A8893719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66850"/>
            <a:ext cx="9067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150E5-1A00-48D9-ADEA-9AA54237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5621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КРАЙ НА HandleClientAsync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6BD8A-59C3-42AE-A970-F089656D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28800"/>
            <a:ext cx="8686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323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clients.Remove(writer);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await BroadcastAsync(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$"{username} left the chat.");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BD33BB-F2BC-4FDE-AE53-D5F09A89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9067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3AADF-FF43-46FB-953D-2E044F43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624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Премахваме writer от списъка, преди връзката да бъде затворена.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8ED8B-336A-45B6-B15F-7B3C0FEE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Системното съобщение показва на останалите кой е напуснал.</a:t>
            </a:r>
          </a:p>
        </p:txBody>
      </p:sp>
    </p:spTree>
    <p:extLst>
      <p:ext uri="{BB962C8B-B14F-4D97-AF65-F5344CB8AC3E}">
        <p14:creationId xmlns:p14="http://schemas.microsoft.com/office/powerpoint/2010/main" val="17135080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439E9-526D-4D7E-AE4D-A1F41CB8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E91C6-D790-4414-948A-F03B283A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Методът BroadcastAsync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B3150-A7FE-4FEE-994A-277CD645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54BE4-C892-46E0-BF42-D7FCED67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D20D8-580B-4ECD-AC1F-DA3F9D8F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914400"/>
            <a:ext cx="90678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6692F-D0CD-4281-A74F-22125882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00965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ChatServer/Program.cs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E1859-30DA-4911-9734-9D3090E7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276350"/>
            <a:ext cx="8686800" cy="38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async Task BroadcastAsync(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string message,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StreamWriter? sender = null)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foreach (StreamWriter clientWriter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 in clients.ToList())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{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if (clientWriter != sender)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{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await clientWriter.WriteLineAsync(message);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}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}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D1E92-E277-4275-AF50-68CD3B1B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24500"/>
            <a:ext cx="9067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9FE08-C8EA-4846-AC91-437E0B4D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00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ToList() прави моментно копие на списъка за обхождането.</a:t>
            </a:r>
          </a:p>
        </p:txBody>
      </p:sp>
    </p:spTree>
    <p:extLst>
      <p:ext uri="{BB962C8B-B14F-4D97-AF65-F5344CB8AC3E}">
        <p14:creationId xmlns:p14="http://schemas.microsoft.com/office/powerpoint/2010/main" val="15839634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730BF5-3CAA-4074-86A0-C73E6453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6118A-FB1E-49C6-953A-36BF9AD4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Проверка на ChatServer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15DD3-386D-4BA6-AAD6-8BA465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50F38-4EBD-42BA-AABD-B612CA2F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363AA-1793-487E-B35D-5976DFE4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586038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EC74A-7462-4F05-B76B-65596731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8E357-B38D-4C86-9678-4EE36130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2431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621CC-6D52-4584-8DA5-30EF2FC7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2431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server чака на 5000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283BC-9D20-4C20-A20F-745A97D1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188" y="1390650"/>
            <a:ext cx="2586038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F43E8-5335-4906-8AF3-0040ED19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1543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88512-F6DC-4C7A-B414-BD8E88C4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019300"/>
            <a:ext cx="22431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Connect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4CA0AA-A5F6-492A-B23E-B59A3F7E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362200"/>
            <a:ext cx="22431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три клиента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0C741-005B-432C-9DD9-3EBAB08D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390650"/>
            <a:ext cx="2586038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495F1-332C-47E4-B245-A6A5AB68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543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63486-0330-4CC3-9BFD-4ECD0414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019300"/>
            <a:ext cx="22431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Send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279A5-29F8-4F5F-BA6A-B394FB45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362200"/>
            <a:ext cx="22431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един пише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3076F-5007-4924-B560-238FAA7B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1390650"/>
            <a:ext cx="2586038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33785-433E-41CA-A470-CA8AE676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1543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30D3B-9648-49F1-BF4D-280D925D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2019300"/>
            <a:ext cx="22431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Receive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31B7E-7F21-4C17-B245-9AD9C887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2362200"/>
            <a:ext cx="22431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другите виждат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259E6-72A2-417B-A248-2256C1B7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62350"/>
            <a:ext cx="716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D64FE-911C-4E78-BE08-013517C5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57600"/>
            <a:ext cx="681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ТЕРМИНАЛ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2657A0-A2E7-4738-A33A-1A0D074F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24300"/>
            <a:ext cx="678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1667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run --project ChatServer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25FE25-5338-4486-87F0-60034758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9067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1E4EF9-FB63-44A8-9B3E-77BC7FCB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149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Ако трите клиента се свързват, accept loop вече работи правилно.</a:t>
            </a:r>
          </a:p>
        </p:txBody>
      </p:sp>
    </p:spTree>
    <p:extLst>
      <p:ext uri="{BB962C8B-B14F-4D97-AF65-F5344CB8AC3E}">
        <p14:creationId xmlns:p14="http://schemas.microsoft.com/office/powerpoint/2010/main" val="1868897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E0DF7-2778-433F-B1D0-0CDFC5C6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AEE2A-09C5-4B06-8618-7E713504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Проблемът на стария ChatClient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F4AC0-B8ED-42AC-93D3-633A67AE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ИП–УП • ЧАС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B3304-22AE-4113-887C-9C40DEA5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45965-DF13-486E-86ED-D3EB0337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295400"/>
            <a:ext cx="90678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6B09D-5048-4389-B093-77ABB12A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39065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СТАРА ПОСЛЕДОВАТЕЛНОСТ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7E856-76BA-40C4-8690-5C604552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57350"/>
            <a:ext cx="8686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await writer.WriteLineAsync(message);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string? reply = await reader.ReadLineAsync();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A577A-8724-4A5B-8197-528B7B46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333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28D82-12D0-4FCF-AC06-8BA57F49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1. SEND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9904B-C3B2-4CFA-A185-BABC33DE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клиентът изпраща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358B1-A234-4DD9-BADC-8B4B0C1F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3333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7C2FC-3A48-43F4-9521-AC867667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2. 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92FC8-AF40-45F3-A218-CFD18342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09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чак тогава чете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FB077-06A5-4336-8193-EFAB0312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3333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85E1C-4E05-4966-8397-01ACA7A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ПРОБЛЕМ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AFA76-6ADD-4DD6-A4A4-5688A27D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838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чуждо съобщение може да дойде по-рано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0A1B8-75E8-4DD8-9006-4A79DA6D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Добавяме една фонова задача, която постоянно чете от server.</a:t>
            </a:r>
          </a:p>
        </p:txBody>
      </p:sp>
    </p:spTree>
    <p:extLst>
      <p:ext uri="{BB962C8B-B14F-4D97-AF65-F5344CB8AC3E}">
        <p14:creationId xmlns:p14="http://schemas.microsoft.com/office/powerpoint/2010/main" val="14546528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A47B5-BA4E-4E93-ACC3-B6D7E92D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02642-DB18-49EB-BBB1-59144AA2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Свързване и изпращане на име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55B4E-A8EB-49B5-A405-708B2F94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9F2FB-F2D2-4647-AD92-AC5ABD30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3FBB4-6564-4C10-AA52-462BC9AF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876300"/>
            <a:ext cx="90678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0FE2A-0C67-4AA3-9B04-684DD6E9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97155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ChatClient/Program.cs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239EC-2C6D-4B08-978D-7037453D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238250"/>
            <a:ext cx="86868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TcpClient client = new();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await client.ConnectAsync("127.0.0.1", 5000);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NetworkStream stream = client.GetStream();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StreamReader reader = new(stream);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using StreamWriter writer = new(stream)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AutoFlush = true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Console.Write("Your name: " );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string username = Console.ReadLine() ?? "Anonymous";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await writer.WriteLineAsync(username);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C537E-2606-47C2-8C47-DC54770C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Първият изпратен ред е потребителското име.</a:t>
            </a:r>
          </a:p>
        </p:txBody>
      </p:sp>
    </p:spTree>
    <p:extLst>
      <p:ext uri="{BB962C8B-B14F-4D97-AF65-F5344CB8AC3E}">
        <p14:creationId xmlns:p14="http://schemas.microsoft.com/office/powerpoint/2010/main" val="17968526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2D2F2-F910-469D-8920-385C9D20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9229C-71FE-4F69-8DB4-4A39D5A9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Фонова задача за получаване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DE0D7-D89C-4668-B8E9-A3015E54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DD558-D0D3-4034-B71F-EA345D6E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3940B-DAD0-4558-9A9D-9267859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819150"/>
            <a:ext cx="90678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7D332-3D79-429A-92CA-60E4A553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9144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ChatClient/Program.cs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F9DE3B-F0CE-4366-AE9D-0ABFB4BF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181100"/>
            <a:ext cx="8686800" cy="396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_ = Task.Run(async () =&gt;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while (true)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{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string? serverMessage =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await reader.ReadLineAsync();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if (serverMessage is null)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    break;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Console.WriteLine();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Console.WriteLine(serverMessage);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Console.Write("Message: " );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}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65543-B6CB-44C5-8B8F-2A9371E1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562600"/>
            <a:ext cx="9067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23CFB-D156-41B1-A200-4BF52FF9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388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Тази задача само получава и показва съобщения.</a:t>
            </a:r>
          </a:p>
        </p:txBody>
      </p:sp>
    </p:spTree>
    <p:extLst>
      <p:ext uri="{BB962C8B-B14F-4D97-AF65-F5344CB8AC3E}">
        <p14:creationId xmlns:p14="http://schemas.microsoft.com/office/powerpoint/2010/main" val="16829590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5CB60-CC54-4C4C-A2C9-C9FF1409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CC45D-C9D7-4CAB-803A-2DBC422F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Основен цикъл за изпращане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0ADAE-E543-4312-8CDA-2A161778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B4880-DBA4-47BB-84C6-ADAA51A4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DB202-5090-4B39-9DB4-6B43146E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09650"/>
            <a:ext cx="90678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63222-929F-469C-89AC-662F5AF7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1049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ChatClient/Program.cs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5FF7C-029D-4C27-A141-D508D717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71600"/>
            <a:ext cx="86868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while (true)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{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Console.Write("Message: " );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string message = Console.ReadLine() ?? "";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if (string.IsNullOrWhiteSpace(message))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continue;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await writer.WriteLineAsync(message);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if (message == "/exit")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       break;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F40BD-4C87-43D9-9D8C-220E992F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Основният код чете от клавиатурата. Фоновата задача получава от server.</a:t>
            </a:r>
          </a:p>
        </p:txBody>
      </p:sp>
    </p:spTree>
    <p:extLst>
      <p:ext uri="{BB962C8B-B14F-4D97-AF65-F5344CB8AC3E}">
        <p14:creationId xmlns:p14="http://schemas.microsoft.com/office/powerpoint/2010/main" val="16251753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C3CF77-77AA-490B-BABA-A876ECA3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E00B7-7DFA-4C77-960D-A56EBCD8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Стартиране с три клиента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B3F0B-344A-4CE4-A73A-A89DE1F0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164FD-57D0-4702-9504-35FC26AD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D38B0-0074-4963-BB0A-FF1D0997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200150"/>
            <a:ext cx="9067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B058C-C4B7-495C-A990-1491A850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295400"/>
            <a:ext cx="872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ТЕРМИНАЛ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2C441-B085-4101-966E-404DFB8E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62100"/>
            <a:ext cx="868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5614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run --project ChatServer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64D12-7125-4A80-B72C-2570B103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2781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DD946-A202-4AC6-9975-410E93DE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479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ТЕРМИНАЛ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ABF79-6F40-4C82-983E-0BDF3111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146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98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run --project ChatClient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4678E-BEF6-4007-9419-95E99BEB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52650"/>
            <a:ext cx="2781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DD88F-EF92-4722-9F00-5CBD0D62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479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ТЕРМИНАЛ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24DFC-640E-4844-AF7C-B37A3AA8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146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98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run --project ChatClient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DDF7A-576A-48DC-B000-6B38ED6D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2781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1CA0B-CD6F-4A19-923E-06A7D13A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2438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ТЕРМИНАЛ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FAF48-7888-4A29-AB6A-8404F942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146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098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dotnet run --project ChatClient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2406F-48AF-4975-A7FC-9AB6EE29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3517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0CB11C-F354-4354-83CC-3E60A2C9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A87A6-DC64-4A69-9A0D-0D33CBE8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317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Имена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8C93F0-8AA1-4EF6-9FFD-E14BD50F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317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Ana, Boris, Elena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CC7E7-07D1-4D1B-AD58-266DCA46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486150"/>
            <a:ext cx="3517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982B6-995A-4B5F-A648-DC6729BF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638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7A6BE1-FF43-46BB-B660-1A5B9AC1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114800"/>
            <a:ext cx="317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Разговор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DA187B-B141-460B-A3B4-8327744D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457700"/>
            <a:ext cx="317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всеки изпраща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C9E75-9217-41AE-9056-24853424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486150"/>
            <a:ext cx="3517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2BFB46-BF35-40F0-A96F-EA2E6802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38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44FCC4-7B4F-4FC9-870D-46BE7C48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114800"/>
            <a:ext cx="317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Изход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073948-8B61-464D-A5DB-53772C73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457700"/>
            <a:ext cx="317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един пише /exit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25B093-4AF4-4169-988B-57CE63EC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Наблюдавайте кои прозорци получават всяко съобщение.</a:t>
            </a:r>
          </a:p>
        </p:txBody>
      </p:sp>
    </p:spTree>
    <p:extLst>
      <p:ext uri="{BB962C8B-B14F-4D97-AF65-F5344CB8AC3E}">
        <p14:creationId xmlns:p14="http://schemas.microsoft.com/office/powerpoint/2010/main" val="331015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D74FE-B1ED-4469-846E-30A17F73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DC4F3-9595-48CE-B767-FBEDBD35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Практическа задача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3BBBE-8C15-4EC6-946B-F9954B4C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62B80-9AEB-4E08-844B-10DAD854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CE4F2-33E7-4F1B-82A5-B0A7BF1B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5105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B2C8D-5486-4751-81F1-D2877949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B67B9-A2EE-4814-BAC9-5BA63DE9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31CB3-21BF-4226-BB8B-DACF8DD5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1811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Заменете accept loop с Task.Run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E3049-742B-40CE-8100-A3B98581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28700"/>
            <a:ext cx="5105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AB0B7-BE38-439A-B4F6-575FE76C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7160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D07E3-F5B5-4FB1-BC9E-29A76728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B3486-5349-40FE-8B38-515E1326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811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Добавете List&lt;StreamWriter&gt; clients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9931B-66FD-4DE2-8376-67E97002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105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8F943-9B9A-4E27-800E-78F46F5B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0E615-36ED-4B05-B5B0-D91498A2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BDB16-2D80-425D-BAA6-34984185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Създайте BroadcastAsync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8A4CC-12D4-4BED-9B7D-41D8F9D2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5105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68FEE5-812F-4642-A7D7-B798EE09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22A5B2-8B17-4736-9636-CE661F34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86316-CE61-4BCC-B387-40F06B39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908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Добавете фонова receive задача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46ADA4-0F7E-46C2-8C9A-A81FE06F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105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CBE13-F5DF-41B2-8A23-9DF5BA66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0B8C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9EF93-20E2-4A08-AEF1-00CD92D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87A9D9-7024-4392-9620-17965689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005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Тествайте с три клиента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EF35F-DA24-4D6E-8D2A-A36CAD11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5105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75B566-BF25-4BBB-A0B0-61793D6E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5524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33BE29-CD1D-4E7F-A936-5BF946D8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31EF8D-EAAD-4B6B-9D85-A42A2C99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Проверете командата /exit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3787ED-8E0F-4482-8A2D-5FDFEBE6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Работа по двойки • единият променя server, другият client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237532-439D-4138-AA76-D18E1043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След 12 минути разменете ролите и обяснете кода един на друг.</a:t>
            </a:r>
          </a:p>
        </p:txBody>
      </p:sp>
    </p:spTree>
    <p:extLst>
      <p:ext uri="{BB962C8B-B14F-4D97-AF65-F5344CB8AC3E}">
        <p14:creationId xmlns:p14="http://schemas.microsoft.com/office/powerpoint/2010/main" val="14109443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09E0F-732C-4952-AEA3-D5EA20D0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7BE2B-27E3-4DA3-A6A6-86F32432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Проверка на резултата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9C524-7D62-4020-AAE5-213FA031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2111B-9E81-4F0E-B658-BAD2609F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0114F-A3FD-4C62-BEF0-85424E42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10210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61BF6-3938-4F82-A8BD-B0D7D67C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858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Три клиента се свързват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D574E-A914-431C-9284-F6E1C1D2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14300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BC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42D90-575B-451A-84FF-889A64E4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1620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server продължава да приема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2BA48-447B-4EA0-A075-8947D3DB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10210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BC4B9-9522-44F5-A639-B187760E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193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Client A изпраща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8FC25-D421-4EC3-B321-D8FF4EA8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7645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D1DA2-21CE-4AD4-A12B-0A65C234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955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 и C получават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78490-01C9-47CC-9A1A-6D3E5F4D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10210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4B0D4-0E01-4DA8-BA68-FB1CD3A3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Client B изпраща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ACF7A-D5A5-44AF-9474-2A7D954E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990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19A3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DD291-C889-49AE-B03A-B87A5C8A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289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и C получават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EFCC6D-658E-4BF9-9283-142EB191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10210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65E0C-860B-4E0E-A6BA-7C897FCB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Client C пише /exit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92E0A-C76F-4CC1-AFAE-17C042D2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4335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A0F99-41B7-4AE8-88CE-29A3DC39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и B виждат left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75317-B7E9-4DF0-9823-E8DF81A5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0210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429DE-3281-4786-9657-2782CC78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Нов Client D се свързва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342B3-82CC-4F47-B030-6F145E1B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76800"/>
            <a:ext cx="514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065A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AB122-AC28-4EFD-8ACC-867C3248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958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разговорът продължава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22820C-DE4F-4439-850A-4265434A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Проверяваме поведението, а не само дали проектът се компилира.</a:t>
            </a:r>
          </a:p>
        </p:txBody>
      </p:sp>
    </p:spTree>
    <p:extLst>
      <p:ext uri="{BB962C8B-B14F-4D97-AF65-F5344CB8AC3E}">
        <p14:creationId xmlns:p14="http://schemas.microsoft.com/office/powerpoint/2010/main" val="1504598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B35AF-C701-4C02-83A3-A1396165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36D4E-23E0-4224-849F-9EFC1845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Чести грешки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0400E-7CED-4E7F-9BFD-6EA9FB76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ИП–УП • 12. клас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0AA55-0770-4837-AA01-DE840E3A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C5BC7-49A8-4AF5-BE27-EF6B112B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A4C02-564E-450C-9ABC-6D11F888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81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Втори клиент чака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F0BEB-4142-4D46-BEE4-6ED52FBF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2990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Останал е await пред HandleClientAsync или липсва Task.Run.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02E0A-6C40-406B-BD5A-0A137CBF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06680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AB4AF-ED4E-49AF-B6F9-EB5020B9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181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Няма съобщения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41EA9-CE32-40AD-999B-EE2C270A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43050"/>
            <a:ext cx="2990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AutoFlush липсва или client не е добавен в clients.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D73D4-512E-40D4-8674-468E1D90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6680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04509-42EA-46B0-BF17-F4033A66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81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Получава само след send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3920F-8EAC-4E9D-AD7F-22C39F42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43050"/>
            <a:ext cx="2990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Липсва фоновата задача за четене.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FBD17-E240-491C-A941-86A54AAB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5280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4EE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A6AB8-43C9-433E-A6A1-01F744E2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67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065A8"/>
                </a:solidFill>
                <a:latin typeface="DejaVu Sans"/>
                <a:ea typeface="DejaVu Sans"/>
                <a:cs typeface="DejaVu Sans"/>
              </a:rPr>
              <a:t>Грешка при /exit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12DEC-4CFF-4623-ABB7-97E39101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29050"/>
            <a:ext cx="2990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Writer остава в списъка и трябва да се премахне.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0D209-5B31-4798-923D-A6EB1EA0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0B48E-739E-48B3-9796-38D3BC98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7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Server не стартира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DA12E-0292-4A5F-9771-5252C43C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2990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Порт 5000 вече се използва от друг процес.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1E43B-ECAB-4F2C-B1ED-D88B634D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95D5D"/>
                </a:solidFill>
                <a:latin typeface="DejaVu Sans"/>
                <a:ea typeface="DejaVu Sans"/>
                <a:cs typeface="DejaVu Sans"/>
              </a:rPr>
              <a:t>Четете съобщението за грешка и проверявайте съответната част от кода.</a:t>
            </a:r>
          </a:p>
        </p:txBody>
      </p:sp>
    </p:spTree>
    <p:extLst>
      <p:ext uri="{BB962C8B-B14F-4D97-AF65-F5344CB8AC3E}">
        <p14:creationId xmlns:p14="http://schemas.microsoft.com/office/powerpoint/2010/main" val="248954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D1B870-68E8-4AA8-BD76-83012C18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1026F-121A-423E-A196-F9A52E8C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Подготовка за самостоятелната задача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68D77-E2ED-4905-927B-5723F856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КРАЙ НА ЗАНЯТИЕТО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6C619-BCF0-4189-A0A2-953F8F1A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8793A3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AB510-6213-4BB2-8850-E23E5225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25C00-A4A1-4D8D-B598-A61C09AB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81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CE"/>
                </a:solidFill>
                <a:latin typeface="DejaVu Sans"/>
                <a:ea typeface="DejaVu Sans"/>
                <a:cs typeface="DejaVu Sans"/>
              </a:rPr>
              <a:t>Какво трябва да могат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EA34A-1518-4D5F-BE02-54645E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2990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Да приемат повече от един клиент и да изпращат до групата.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88118-964C-4728-9275-230D000D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06680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D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0486B-520E-4E9E-8113-55EAF178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181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Какво ще се променя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F8572-7437-4DAF-AF36-1D60BC94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43050"/>
            <a:ext cx="2990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Темата на приложението и форматът на съобщенията.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A3A5F-F2E3-4AF9-8073-D5DEAA4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66800"/>
            <a:ext cx="3333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462ED-C40A-4139-8482-14AA55A2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181100"/>
            <a:ext cx="299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19A37"/>
                </a:solidFill>
                <a:latin typeface="DejaVu Sans"/>
                <a:ea typeface="DejaVu Sans"/>
                <a:cs typeface="DejaVu Sans"/>
              </a:rPr>
              <a:t>Какво ще се оценява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B7303-4882-49AC-BF8D-B50D5386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43050"/>
            <a:ext cx="29908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5E6B7A"/>
                </a:solidFill>
                <a:latin typeface="DejaVu Sans"/>
                <a:ea typeface="DejaVu Sans"/>
                <a:cs typeface="DejaVu Sans"/>
              </a:rPr>
              <a:t>Работеща връзка, четим код и успешно тестване.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5E1BC-6BC7-4517-A65B-2405255C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12701-16B5-48BC-8A72-AEA8E1B4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E9B72"/>
                </a:solidFill>
                <a:latin typeface="DejaVu Sans"/>
                <a:ea typeface="DejaVu Sans"/>
                <a:cs typeface="DejaVu Sans"/>
              </a:rPr>
              <a:t>Изходен въпрос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51F0C-FE52-4C10-B3B2-D53AD810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33F"/>
                </a:solidFill>
                <a:latin typeface="DejaVu Sans"/>
                <a:ea typeface="DejaVu Sans"/>
                <a:cs typeface="DejaVu Sans"/>
              </a:rPr>
              <a:t>Кой ред позволява на server да приеме втори клиент, докато първият още разговаря?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58DCC-A3FF-4F82-8071-E6639CE2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95850"/>
            <a:ext cx="8115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481B4-2293-42E6-A020-C0E04DC7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91100"/>
            <a:ext cx="777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>
            <a:def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B8CD"/>
                </a:solidFill>
                <a:latin typeface="DejaVu Sans"/>
                <a:ea typeface="DejaVu Sans"/>
                <a:cs typeface="DejaVu Sans"/>
              </a:rPr>
              <a:t>ОТГОВОР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727AE-7867-4F23-BCBE-42359894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57800"/>
            <a:ext cx="7734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_ = Task.Run(() =&gt; HandleClientAsync(client));</a:t>
            </a:r>
          </a:p>
        </p:txBody>
      </p:sp>
    </p:spTree>
    <p:extLst>
      <p:ext uri="{BB962C8B-B14F-4D97-AF65-F5344CB8AC3E}">
        <p14:creationId xmlns:p14="http://schemas.microsoft.com/office/powerpoint/2010/main" val="1847298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2026-10-11T19:23:04.4280000Z</dcterms:created>
  <dcterms:modified xsi:type="dcterms:W3CDTF">2026-10-11T19:23:04.4280000Z</dcterms:modified>
</coreProperties>
</file>