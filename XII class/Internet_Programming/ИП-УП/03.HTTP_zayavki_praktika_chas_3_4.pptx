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1fa0a6a5f4239" /><Relationship Type="http://schemas.openxmlformats.org/officeDocument/2006/relationships/extended-properties" Target="/docProps/app.xml" Id="R56abb7c157624d15" /><Relationship Type="http://schemas.openxmlformats.org/officeDocument/2006/relationships/officeDocument" Target="/ppt/presentation.xml" Id="R4a00de49b16d40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0257e92c94d08"/>
  </p:sldMasterIdLst>
  <p:notesMasterIdLst>
    <p:notesMasterId xmlns:r="http://schemas.openxmlformats.org/officeDocument/2006/relationships" r:id="R906969fbccc642da"/>
  </p:notesMasterIdLst>
  <p:sldIdLst>
    <p:sldId xmlns:r="http://schemas.openxmlformats.org/officeDocument/2006/relationships" id="256" r:id="Rfa8db1309bc9480f"/>
    <p:sldId xmlns:r="http://schemas.openxmlformats.org/officeDocument/2006/relationships" id="257" r:id="R135c1b76a414412a"/>
    <p:sldId xmlns:r="http://schemas.openxmlformats.org/officeDocument/2006/relationships" id="258" r:id="R671351a0f209414f"/>
    <p:sldId xmlns:r="http://schemas.openxmlformats.org/officeDocument/2006/relationships" id="259" r:id="R26cf07e31eda4342"/>
    <p:sldId xmlns:r="http://schemas.openxmlformats.org/officeDocument/2006/relationships" id="260" r:id="Rc0f5d94a86674ba9"/>
    <p:sldId xmlns:r="http://schemas.openxmlformats.org/officeDocument/2006/relationships" id="261" r:id="R83892833174f4e5c"/>
    <p:sldId xmlns:r="http://schemas.openxmlformats.org/officeDocument/2006/relationships" id="262" r:id="Re286aee04de44d02"/>
    <p:sldId xmlns:r="http://schemas.openxmlformats.org/officeDocument/2006/relationships" id="263" r:id="R7ea8567b41414578"/>
    <p:sldId xmlns:r="http://schemas.openxmlformats.org/officeDocument/2006/relationships" id="264" r:id="Rab9c2476a5cd40bd"/>
    <p:sldId xmlns:r="http://schemas.openxmlformats.org/officeDocument/2006/relationships" id="265" r:id="R9a6ef06985104e11"/>
    <p:sldId xmlns:r="http://schemas.openxmlformats.org/officeDocument/2006/relationships" id="266" r:id="R78f5d97ded434c3a"/>
    <p:sldId xmlns:r="http://schemas.openxmlformats.org/officeDocument/2006/relationships" id="267" r:id="R77535e27f39544a0"/>
    <p:sldId xmlns:r="http://schemas.openxmlformats.org/officeDocument/2006/relationships" id="268" r:id="R8f5d3943601f4a89"/>
    <p:sldId xmlns:r="http://schemas.openxmlformats.org/officeDocument/2006/relationships" id="269" r:id="R24d6f7f37b304ffa"/>
    <p:sldId xmlns:r="http://schemas.openxmlformats.org/officeDocument/2006/relationships" id="270" r:id="Re89324ef90dd4fa0"/>
    <p:sldId xmlns:r="http://schemas.openxmlformats.org/officeDocument/2006/relationships" id="271" r:id="Red5b724a5a3b477a"/>
    <p:sldId xmlns:r="http://schemas.openxmlformats.org/officeDocument/2006/relationships" id="272" r:id="R3080ab03ae944eac"/>
    <p:sldId xmlns:r="http://schemas.openxmlformats.org/officeDocument/2006/relationships" id="273" r:id="Rc5ba931bce184d44"/>
    <p:sldId xmlns:r="http://schemas.openxmlformats.org/officeDocument/2006/relationships" id="274" r:id="Rd0359affdbef47e0"/>
    <p:sldId xmlns:r="http://schemas.openxmlformats.org/officeDocument/2006/relationships" id="275" r:id="R532abf90248749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7ba2bbb0bc4e85" /><Relationship Type="http://schemas.openxmlformats.org/officeDocument/2006/relationships/slideMaster" Target="/ppt/slideMasters/slideMaster1.xml" Id="R0650257e92c94d08" /><Relationship Type="http://schemas.openxmlformats.org/officeDocument/2006/relationships/notesMaster" Target="/ppt/notesMasters/notesMaster1.xml" Id="R906969fbccc642da" /><Relationship Type="http://schemas.openxmlformats.org/officeDocument/2006/relationships/presProps" Target="/ppt/presProps.xml" Id="Rc1c7d91eccfb4286" /><Relationship Type="http://schemas.openxmlformats.org/officeDocument/2006/relationships/tableStyles" Target="/ppt/tableStyles.xml" Id="R0461adc286b847af" /><Relationship Type="http://schemas.openxmlformats.org/officeDocument/2006/relationships/slide" Target="/ppt/slides/slide1.xml" Id="Rfa8db1309bc9480f" /><Relationship Type="http://schemas.openxmlformats.org/officeDocument/2006/relationships/slide" Target="/ppt/slides/slide2.xml" Id="R135c1b76a414412a" /><Relationship Type="http://schemas.openxmlformats.org/officeDocument/2006/relationships/slide" Target="/ppt/slides/slide3.xml" Id="R671351a0f209414f" /><Relationship Type="http://schemas.openxmlformats.org/officeDocument/2006/relationships/slide" Target="/ppt/slides/slide4.xml" Id="R26cf07e31eda4342" /><Relationship Type="http://schemas.openxmlformats.org/officeDocument/2006/relationships/slide" Target="/ppt/slides/slide5.xml" Id="Rc0f5d94a86674ba9" /><Relationship Type="http://schemas.openxmlformats.org/officeDocument/2006/relationships/slide" Target="/ppt/slides/slide6.xml" Id="R83892833174f4e5c" /><Relationship Type="http://schemas.openxmlformats.org/officeDocument/2006/relationships/slide" Target="/ppt/slides/slide7.xml" Id="Re286aee04de44d02" /><Relationship Type="http://schemas.openxmlformats.org/officeDocument/2006/relationships/slide" Target="/ppt/slides/slide8.xml" Id="R7ea8567b41414578" /><Relationship Type="http://schemas.openxmlformats.org/officeDocument/2006/relationships/slide" Target="/ppt/slides/slide9.xml" Id="Rab9c2476a5cd40bd" /><Relationship Type="http://schemas.openxmlformats.org/officeDocument/2006/relationships/slide" Target="/ppt/slides/slide10.xml" Id="R9a6ef06985104e11" /><Relationship Type="http://schemas.openxmlformats.org/officeDocument/2006/relationships/slide" Target="/ppt/slides/slide11.xml" Id="R78f5d97ded434c3a" /><Relationship Type="http://schemas.openxmlformats.org/officeDocument/2006/relationships/slide" Target="/ppt/slides/slide12.xml" Id="R77535e27f39544a0" /><Relationship Type="http://schemas.openxmlformats.org/officeDocument/2006/relationships/slide" Target="/ppt/slides/slide13.xml" Id="R8f5d3943601f4a89" /><Relationship Type="http://schemas.openxmlformats.org/officeDocument/2006/relationships/slide" Target="/ppt/slides/slide14.xml" Id="R24d6f7f37b304ffa" /><Relationship Type="http://schemas.openxmlformats.org/officeDocument/2006/relationships/slide" Target="/ppt/slides/slide15.xml" Id="Re89324ef90dd4fa0" /><Relationship Type="http://schemas.openxmlformats.org/officeDocument/2006/relationships/slide" Target="/ppt/slides/slide16.xml" Id="Red5b724a5a3b477a" /><Relationship Type="http://schemas.openxmlformats.org/officeDocument/2006/relationships/slide" Target="/ppt/slides/slide17.xml" Id="R3080ab03ae944eac" /><Relationship Type="http://schemas.openxmlformats.org/officeDocument/2006/relationships/slide" Target="/ppt/slides/slide18.xml" Id="Rc5ba931bce184d44" /><Relationship Type="http://schemas.openxmlformats.org/officeDocument/2006/relationships/slide" Target="/ppt/slides/slide19.xml" Id="Rd0359affdbef47e0" /><Relationship Type="http://schemas.openxmlformats.org/officeDocument/2006/relationships/slide" Target="/ppt/slides/slide20.xml" Id="R532abf902487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3f49deb6f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b0487298e4d30" /><Relationship Type="http://schemas.openxmlformats.org/officeDocument/2006/relationships/notesMaster" Target="/ppt/notesMasters/notesMaster1.xml" Id="R6df8d4f32daf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c3ff5e623945cf" /><Relationship Type="http://schemas.openxmlformats.org/officeDocument/2006/relationships/notesMaster" Target="/ppt/notesMasters/notesMaster1.xml" Id="R60dca6d9a4df4c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0edbbbb7b4c56" /><Relationship Type="http://schemas.openxmlformats.org/officeDocument/2006/relationships/notesMaster" Target="/ppt/notesMasters/notesMaster1.xml" Id="R8ad10801a20b4a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f9ff3479ac46d9" /><Relationship Type="http://schemas.openxmlformats.org/officeDocument/2006/relationships/notesMaster" Target="/ppt/notesMasters/notesMaster1.xml" Id="Reea3a755fd9d47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7b2ea71cc40d5" /><Relationship Type="http://schemas.openxmlformats.org/officeDocument/2006/relationships/notesMaster" Target="/ppt/notesMasters/notesMaster1.xml" Id="R4438925dbb2544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f9106f9fd34c44" /><Relationship Type="http://schemas.openxmlformats.org/officeDocument/2006/relationships/notesMaster" Target="/ppt/notesMasters/notesMaster1.xml" Id="R1c003918397645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dd5bcb28c4ace" /><Relationship Type="http://schemas.openxmlformats.org/officeDocument/2006/relationships/notesMaster" Target="/ppt/notesMasters/notesMaster1.xml" Id="R48f923ab174b4b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c2719c6b634923" /><Relationship Type="http://schemas.openxmlformats.org/officeDocument/2006/relationships/notesMaster" Target="/ppt/notesMasters/notesMaster1.xml" Id="R8a134fd6571f40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580ada9504aa6" /><Relationship Type="http://schemas.openxmlformats.org/officeDocument/2006/relationships/notesMaster" Target="/ppt/notesMasters/notesMaster1.xml" Id="Redb82dd73e59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39e9b0de454075" /><Relationship Type="http://schemas.openxmlformats.org/officeDocument/2006/relationships/notesMaster" Target="/ppt/notesMasters/notesMaster1.xml" Id="R756a8e57ff6e48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4f91bcdf56486a" /><Relationship Type="http://schemas.openxmlformats.org/officeDocument/2006/relationships/notesMaster" Target="/ppt/notesMasters/notesMaster1.xml" Id="Re9eea6a3606b44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8b352b71eb491d" /><Relationship Type="http://schemas.openxmlformats.org/officeDocument/2006/relationships/notesMaster" Target="/ppt/notesMasters/notesMaster1.xml" Id="Rb9b0fbac400a45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5ddde3bcac4080" /><Relationship Type="http://schemas.openxmlformats.org/officeDocument/2006/relationships/notesMaster" Target="/ppt/notesMasters/notesMaster1.xml" Id="Rb17d070aaa514e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e4b8a0c49b475a" /><Relationship Type="http://schemas.openxmlformats.org/officeDocument/2006/relationships/notesMaster" Target="/ppt/notesMasters/notesMaster1.xml" Id="R0a4825f5980e42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aa7d342d114f9d" /><Relationship Type="http://schemas.openxmlformats.org/officeDocument/2006/relationships/notesMaster" Target="/ppt/notesMasters/notesMaster1.xml" Id="Rb8bf5b8112cc4f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5c1f6c529a4a16" /><Relationship Type="http://schemas.openxmlformats.org/officeDocument/2006/relationships/notesMaster" Target="/ppt/notesMasters/notesMaster1.xml" Id="R09218e72f1a144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57f3d688e14e5f" /><Relationship Type="http://schemas.openxmlformats.org/officeDocument/2006/relationships/notesMaster" Target="/ppt/notesMasters/notesMaster1.xml" Id="R7bf454d05ef543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85d5bb7e4744d9" /><Relationship Type="http://schemas.openxmlformats.org/officeDocument/2006/relationships/notesMaster" Target="/ppt/notesMasters/notesMaster1.xml" Id="R5b4375ec62cc40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393c74c48b426d" /><Relationship Type="http://schemas.openxmlformats.org/officeDocument/2006/relationships/notesMaster" Target="/ppt/notesMasters/notesMaster1.xml" Id="R709f4d693e684dd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1d0f7703ff4044" /><Relationship Type="http://schemas.openxmlformats.org/officeDocument/2006/relationships/notesMaster" Target="/ppt/notesMasters/notesMaster1.xml" Id="Rccd8b5c035df4a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Свържете темата с първите два часа. Днес Postman е само инструмент за изпращане. Основната цел е учениците да изберат правилния HTTP метод, адрес и тяло на заявката.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CRUD означава Create, Read, Update, Delete. Напомнете, че локалният REST сървър трябва да работи през целия 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Отговори: npx json-server db.json --port 3000; в db.json; GET чете, POST създава, DELETE премахва; PUT заменя, PATCH променя част; GET към /posts или отваряне в браузър.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готовия JSON за копиране. Полетата позволяват смислени упражнения за филтриране, сравнение и сортиране.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 parameter означава параметър в URL. Покажете раздела Params в Postman и как Postman изгражда адреса автоматично.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Server v1 използва синтаксиса field:operator=value. Източник: https://github.com/typicode/json-server/blob/main/README.md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минусът пред името на полето задава низходящ ред. Проверете поведението с текущата версия на JSON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разликата между обикновен масив и резултат от странициране. Източник: https://github.com/typicode/json-server/blob/main/README.md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Проверете дали учениците използват Params, а не изписват адресите механично. Направете кратка пауза след задачата.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Отделете не повече от две минути. Покажете само четирите действия: избор на метод, въвеждане на URL, добавяне на JSON body при нужда и Send.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Учениците изпращат POST и записват върнатото id. Подчертайте, че URL сочи колекцията /posts, а данните са в 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6 минути. Не демонстрирайте допълнителни функции на Postman. Обсъдете защо двете POST заявки получават различни идентификатори.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Преди PUT изпълнете GET /posts/2. След PUT повторете GET и сравнете целия ресурс. Обяснете, че ресурс означава обектът с конкретното 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Използвайте същото id като при PUT. Така учениците виждат пряко разликата между пълна замяна и частична промяна.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Питайте отделни ученици за обосновка. Приемете отговор, който ясно разграничава пълно представяне от промяна на избрани полета.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Изтрийте ресурс, който учениците могат да възстановят. Покажете 404 като доказателство, че ресурсът вече не съществува.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Използвайте слайда като бърза устна проверка. Скрийте дясната част на екрана, ако е възможно, и откривайте отговорите един по един.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грешките умишлено. Учениците трябва да посочат коя част на заявката е неправилна и как ще я поправят.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15 минути. Учениците въвеждат върнатото id ръчно в следващите URL адреси. Това пази фокуса върху структурата на HTTP заявките.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една минута за самостоятелен отговор, после покажете решението. Подчертайте, че методът следва намерението към ресурса.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46aca3739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eda28135b49cb" /><Relationship Type="http://schemas.openxmlformats.org/officeDocument/2006/relationships/slideLayout" Target="/ppt/slideLayouts/slideLayout1.xml" Id="R197b61bc4107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b61bc4107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d6920472447a5" /><Relationship Type="http://schemas.openxmlformats.org/officeDocument/2006/relationships/notesSlide" Target="/ppt/notesSlides/notesSlide1.xml" Id="Rd6845bb83f30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691bb461f4029" /><Relationship Type="http://schemas.openxmlformats.org/officeDocument/2006/relationships/notesSlide" Target="/ppt/notesSlides/notesSlide2.xml" Id="R0304487fac4847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f89cece2c4810" /><Relationship Type="http://schemas.openxmlformats.org/officeDocument/2006/relationships/notesSlide" Target="/ppt/notesSlides/notesSlide3.xml" Id="R1947547a496642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76cd04c8b4eda" /><Relationship Type="http://schemas.openxmlformats.org/officeDocument/2006/relationships/notesSlide" Target="/ppt/notesSlides/notesSlide4.xml" Id="R4ae1eb43a6a2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05cf6fa434294" /><Relationship Type="http://schemas.openxmlformats.org/officeDocument/2006/relationships/notesSlide" Target="/ppt/notesSlides/notesSlide5.xml" Id="R52a4bd5b121c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585d668dd40c2" /><Relationship Type="http://schemas.openxmlformats.org/officeDocument/2006/relationships/notesSlide" Target="/ppt/notesSlides/notesSlide6.xml" Id="R8c68020487d1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c29fb015b4cfb" /><Relationship Type="http://schemas.openxmlformats.org/officeDocument/2006/relationships/notesSlide" Target="/ppt/notesSlides/notesSlide7.xml" Id="Rc876c17e191d40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1e0b8363d4c0e" /><Relationship Type="http://schemas.openxmlformats.org/officeDocument/2006/relationships/notesSlide" Target="/ppt/notesSlides/notesSlide8.xml" Id="Rae5d828cb15c4c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aeffb9084488a" /><Relationship Type="http://schemas.openxmlformats.org/officeDocument/2006/relationships/notesSlide" Target="/ppt/notesSlides/notesSlide9.xml" Id="R46bd637a27b444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765a42a443cb" /><Relationship Type="http://schemas.openxmlformats.org/officeDocument/2006/relationships/notesSlide" Target="/ppt/notesSlides/notesSlide10.xml" Id="Rf6aa5e357796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56c4389384749" /><Relationship Type="http://schemas.openxmlformats.org/officeDocument/2006/relationships/notesSlide" Target="/ppt/notesSlides/notesSlide11.xml" Id="R9b5b979a3a1d43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6c2a6c074465" /><Relationship Type="http://schemas.openxmlformats.org/officeDocument/2006/relationships/notesSlide" Target="/ppt/notesSlides/notesSlide12.xml" Id="R6165688ef3df4b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68d69387c4b64" /><Relationship Type="http://schemas.openxmlformats.org/officeDocument/2006/relationships/notesSlide" Target="/ppt/notesSlides/notesSlide13.xml" Id="R398b4f3aa0ab42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7c2383274e10" /><Relationship Type="http://schemas.openxmlformats.org/officeDocument/2006/relationships/notesSlide" Target="/ppt/notesSlides/notesSlide14.xml" Id="Rbb59f910235148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8d973c7340c6" /><Relationship Type="http://schemas.openxmlformats.org/officeDocument/2006/relationships/notesSlide" Target="/ppt/notesSlides/notesSlide15.xml" Id="R09592ce5f4a142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7a6eecde84d03" /><Relationship Type="http://schemas.openxmlformats.org/officeDocument/2006/relationships/notesSlide" Target="/ppt/notesSlides/notesSlide16.xml" Id="Rbd58c5164f914e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dfbb5bc4412d" /><Relationship Type="http://schemas.openxmlformats.org/officeDocument/2006/relationships/notesSlide" Target="/ppt/notesSlides/notesSlide17.xml" Id="R2868907a80d848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1232823be4687" /><Relationship Type="http://schemas.openxmlformats.org/officeDocument/2006/relationships/notesSlide" Target="/ppt/notesSlides/notesSlide18.xml" Id="Re319af846cba48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1ea53e8444e3f" /><Relationship Type="http://schemas.openxmlformats.org/officeDocument/2006/relationships/notesSlide" Target="/ppt/notesSlides/notesSlide19.xml" Id="Rb8d40905c02048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dbe548d84406" /><Relationship Type="http://schemas.openxmlformats.org/officeDocument/2006/relationships/notesSlide" Target="/ppt/notesSlides/notesSlide20.xml" Id="R68f75919bf2a42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A706A-7CA9-4F6E-AC8C-81A524BC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A507-D975-45DA-BF53-522F81C6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Видове HTTP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91DE7-0767-4A73-8110-CC915C95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FD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FD7FF"/>
                </a:solidFill>
                <a:latin typeface="Bitstream Charter"/>
                <a:ea typeface="Bitstream Charter"/>
                <a:cs typeface="Bitstream Charter"/>
              </a:rPr>
              <a:t>Практически примери с JSON Server и Postman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DEBB0-B175-4BEF-A387-B5A3CF0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EC099-3898-43FE-B3CB-AEB7345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86C53-F0F6-499F-A0CD-4829B0BB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C8D18-C478-41E4-A02E-0E5F8029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909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B45B6-8DF7-47B0-A480-21A89FA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BD8DF-62FF-4675-A2E3-BAE545C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 / 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227E0-CAF1-4A26-BDE6-CC99832F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24F12-3C56-4BBA-BBCE-FCC93A9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03F9C-3FCD-4009-B526-7EFE44B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rPr>
              <a:t>Учебни часове 3 и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E1FBD-0617-4115-A489-C90F5A0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94A3B8"/>
                </a:solidFill>
                <a:latin typeface="Bitstream Charter"/>
                <a:ea typeface="Bitstream Charter"/>
                <a:cs typeface="Bitstream Charter"/>
              </a:rPr>
              <a:t>Ахмед Матем Ахмед</a:t>
            </a:r>
          </a:p>
        </p:txBody>
      </p:sp>
    </p:spTree>
    <p:extLst>
      <p:ext uri="{BB962C8B-B14F-4D97-AF65-F5344CB8AC3E}">
        <p14:creationId xmlns:p14="http://schemas.microsoft.com/office/powerpoint/2010/main" val="392528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D7997-DB53-4664-8012-F0E53F29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94DEB-6829-4305-8B58-088E173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Цели на часовете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79A41-08D5-4AAA-B00A-11AF7899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438A-3740-46F8-A09F-CA6E0906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C2161-43BB-46D6-8E28-90F35B1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Час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51938-6D31-44B9-9BF3-19BEE70C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71451-0ADE-46B7-813C-38D9663D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GET към колекция и ресурс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F030F-9E4D-4064-9BA6-2B0D7FB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DF806-27D1-4279-BFFE-4D299BE5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Филтриране и сортиране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645C-CA14-466E-B8B9-F4636710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5FC33-0596-4F88-A4AF-711E802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Сравняване на отговори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52285-0D00-44DF-BFC2-97F8688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EFFA8-8F20-4C06-A0C0-854D054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Практика с готови адреси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AA754-F694-40B1-941C-AE126A5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38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Час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12E25-C2B4-4414-863E-51170C05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B5892-2537-4B56-B6F3-9C0E97C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POST и JSON body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539F6-1597-47B0-8B37-824B9EBD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C3613-DF86-445F-A14E-4B335CF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PUT и PATCH върху един ресурс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9B1C8-38E7-4CBE-BBB9-76E4AFCC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F61D0-BC29-42B7-940C-09F476AB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DELETE и проверка с 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BEC33-C125-4E29-90D7-0E3C735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DB44E-47BB-4338-AF67-01CDC2BB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Свързан CRUD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AADC6-41A8-4644-A2C5-CFB3E0B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47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5E0B2-CA40-4779-B60D-4C209A7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98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Продължаваме със същия сървър: 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139561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CF9FF-FFEF-435A-B419-6381B6C1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56470-6E0B-4746-8065-1761C55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Кратък преговор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8852B-F602-4ADE-92E0-EEF4107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37D5E-D95A-4610-B72D-E521E187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21148-B1C7-4858-A4E2-095E8D7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2FA84-BAF0-4D12-A11C-A501B401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04DF1-58B5-4660-A3E0-73EBCE5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573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Коя команда стартира JSON Server?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7E2CA-9715-4DC1-A351-A177B389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5F350-8D47-48FA-B38E-C797D18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82C34-A3D1-4914-B23E-B61851F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Къде се записват промените?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60133-5862-414B-926E-62B09F2D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1CFB4-9E6C-4070-B3A2-D05F462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0E4C5-7FA8-4729-90E2-AC04AFB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Какво правят GET, POST и DELETE?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36448-CF26-43C0-B202-AC315397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1710E-C2C6-400E-851B-A1BB670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F2DEE-9BA3-4DA4-BA13-67870EFF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Каква е разликата между PUT и PATCH?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40313-837F-4AF8-AFB1-E43307B2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DE9A-BC54-4576-8C34-B032D740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B630C-8226-4202-BCB5-DB3D53CD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 проверяваме дали сървърът работи?</a:t>
            </a:r>
          </a:p>
        </p:txBody>
      </p:sp>
    </p:spTree>
    <p:extLst>
      <p:ext uri="{BB962C8B-B14F-4D97-AF65-F5344CB8AC3E}">
        <p14:creationId xmlns:p14="http://schemas.microsoft.com/office/powerpoint/2010/main" val="368995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9859F-4218-4D73-9A97-B053A9A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4ED3F-CF58-43F7-A0BA-5384265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Подготовка на данните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A2110-99E8-4C08-8CEC-B8FEEC41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51154-F19B-4830-8DCD-6952CFA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3902A-B979-403C-9380-A2B5AD5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667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69AEB-EAE7-44AD-87E1-D8708598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db.json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F80B3-8B36-46CB-9F23-352113B8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62484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"posts": [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 "id": "1", "title": "HTTP", "views": 35, "published": true },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 "id": "2", "title": "REST API", "views": 72, "published": true },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 "id": "3", "title": "Postman", "views": 18, "published": false },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 "id": "4", "title": "JSON Server", "views": 51, "published": true }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]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0B8B2-D4B1-4694-B9A6-B3B7496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66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Нови полета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1CEBD-661E-4094-9ED4-A83476F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8E1C2-5823-4BF5-B970-F8337F4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views: брой преглеждания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53F2-F79C-4DCB-8A11-278F9D36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372B7-AE9F-4875-A8A2-8B736B2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published: логическа стойност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0AAAA-F7A7-45E6-BF44-8F7B269A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F51A5-D5D9-4D06-BFDC-4415EC8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title: текст за търсене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75CDE-AD78-4D47-98BD-4ED03CF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264B9-4ABD-4149-A5CA-FC0C1693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След промяната рестартирайте сървъра, ако е необходимо.</a:t>
            </a:r>
          </a:p>
        </p:txBody>
      </p:sp>
    </p:spTree>
    <p:extLst>
      <p:ext uri="{BB962C8B-B14F-4D97-AF65-F5344CB8AC3E}">
        <p14:creationId xmlns:p14="http://schemas.microsoft.com/office/powerpoint/2010/main" val="37125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CA420-00F0-42D7-B2C5-A29EA014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25FF7-A358-456E-AEF6-082E590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Филтриране по точна стойност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F10AE-A2CD-4456-A758-BC763C09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FD5DC-FCA5-492C-BF29-27FBD84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E849C-7C8E-49E4-A58B-75B4950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01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377E3-F9F6-41BC-AD18-D670F6F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ЗАЯВКА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2F2A5-B0BC-4708-AC6F-08161FF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http://localhost:3000/posts?published=true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058D3-CF41-46DA-A8A4-85556F0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6B635-256E-408D-B087-95381956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начало на query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A669-533C-48F0-8BC1-259B660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published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C4C9C-E060-47BA-94E0-AEA76963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поле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AC38A-1B99-4787-9804-D55514EC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D2E01-1B75-4888-B2D8-A11DC35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търсена стойност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E3A02-5EBE-4B2C-B690-BAA8D1E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476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6EF5F-B3FC-465A-A6DE-208764CF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Резултат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71B6C-911D-4C46-B885-A036EC9D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Сървърът връща само публикациите, при които published е true.</a:t>
            </a:r>
          </a:p>
        </p:txBody>
      </p:sp>
    </p:spTree>
    <p:extLst>
      <p:ext uri="{BB962C8B-B14F-4D97-AF65-F5344CB8AC3E}">
        <p14:creationId xmlns:p14="http://schemas.microsoft.com/office/powerpoint/2010/main" val="1929771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2389D-268D-455A-ABFB-E0E97C8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4D20-83EA-4BC6-BD92-486C52C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Оператори за сравнение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4CE3F-0BFB-49B8-8DC8-C8B8353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72591-6159-4687-9C4C-408A894C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A2DB-22B6-4495-A2D5-5E1F46EF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6221-5C8C-4B22-AEF4-9E266C3C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views:gt=40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6030C-24EE-40C5-A899-A6B549AE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954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по-голямо от 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3CAA-107C-4D6D-9084-B49134F5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A18A5-8E18-4485-8397-FB1E0078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views:gte=50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1B257-6F08-4733-B310-700E6C6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по-голямо или равно на 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DF915-38AB-45AF-BC70-88D4B95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B776B-8579-4BDD-B9F4-E71CB40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views:lt=40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7908B-E54D-4CE0-9C2F-98F0BEE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по-малко от 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825C2-13D6-4033-BDAB-F79EB28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2EF71-0A18-49D5-B716-1737110C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views:lte=35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E9BA6A-D516-4200-8ABC-8A6029C9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по-малко или равно на 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E2DFC-D651-4828-9D60-5AE5BC35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97C22-287A-41AD-A139-3B8BE6C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views:ne=18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7BE11-A7C4-4F6A-B028-296E48A9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различно от 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E498A-D83C-49DD-93DF-97CA5B7C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Пример: /posts?views:gt=40</a:t>
            </a:r>
          </a:p>
        </p:txBody>
      </p:sp>
    </p:spTree>
    <p:extLst>
      <p:ext uri="{BB962C8B-B14F-4D97-AF65-F5344CB8AC3E}">
        <p14:creationId xmlns:p14="http://schemas.microsoft.com/office/powerpoint/2010/main" val="142357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41078-6222-4DD4-8B21-0AF8A469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50D22-8E28-4333-A323-AA4C9D5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Търсене в текст и сортиране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A232-6FFA-4BCE-AE66-0CB3D40E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C955E-45AC-4126-B33B-B572328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9682A-0C72-4A75-A2CA-8082A07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Съдържа 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81EAA-B2AC-44C0-BD7A-CAD213D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E1B98-B08D-4277-A305-FDEDEC6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/posts?title:contains=api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5ED9C-5C2F-4DA7-812B-17FFC438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Започва с 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7C8FE-8836-4B7F-80D3-D806331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7EB0C-CB93-457C-8162-6D49099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/posts?title:startsWith=post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D2BE-3302-4B67-A80C-578966D5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38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Сортиране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10257-963B-416E-B91A-125E1AC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14BE8-5C61-477B-807F-02DB720C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/posts?_sort=views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D0240-BFC3-4BCF-84E0-DA7611CD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Низходящ ред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DC055-5881-4F58-91F3-313F200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1AACF-E443-4E56-9FF3-6A7D819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/posts?_sort=-views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13E33-8C51-4614-BED4-A70AB753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47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5B967-85EC-40B5-97ED-19739D74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Главната буква няма значение при contains, startsWith и endsWith.</a:t>
            </a:r>
          </a:p>
        </p:txBody>
      </p:sp>
    </p:spTree>
    <p:extLst>
      <p:ext uri="{BB962C8B-B14F-4D97-AF65-F5344CB8AC3E}">
        <p14:creationId xmlns:p14="http://schemas.microsoft.com/office/powerpoint/2010/main" val="556485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0B4A1-1A18-4031-837F-BE24B649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51464-D36D-4924-AA7F-64D08505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Странициране на резултатите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55466-626E-4DF2-93CD-44F4E23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ABDAA-7E5A-49DA-B95F-8D41590C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BA0DD-2370-4F88-9B59-C2408C8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01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6ABF5-6AE0-49E1-9D0A-05CC214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ЗАЯВКА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9A159-656B-499D-A49E-0D06D95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http://localhost:3000/posts?_page=1&amp;_per_page=2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918B7-C380-476C-A557-146F0ED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_page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09252-4CFF-4BA8-9541-9EE283B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номер на страницата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D8C1B-2209-4EA0-BC20-8963A46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_per_page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AAAE4-DDDA-47B2-B4F1-AB3F17F2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брой записи на страница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DF7E-FF2F-46C4-9027-CF1BAE8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196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819B8-8FE7-46C1-A24E-4AE9A39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925C6-4525-4F23-A497-53244044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3619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Сменете _page от 1 на 2.</a:t>
            </a:r>
          </a:p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Сравнете масива data и полетата first, next и last.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950D6-AB59-4A0C-85A7-B6D7A4C2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JSON Server v1 връща обект с данни за страниците.</a:t>
            </a:r>
          </a:p>
        </p:txBody>
      </p:sp>
    </p:spTree>
    <p:extLst>
      <p:ext uri="{BB962C8B-B14F-4D97-AF65-F5344CB8AC3E}">
        <p14:creationId xmlns:p14="http://schemas.microsoft.com/office/powerpoint/2010/main" val="1635697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83517-C81B-4271-B9E1-3F02DF5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24C9-5A04-41C7-9BF3-29255A3B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Практическа задача 1: 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4FD28-1177-40FD-90AB-B6FED325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1502C-60A7-4A8C-9A37-E43150FF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Край на третия учебен 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ECDC8-F32D-4DDC-A382-8EBD2CFF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Работа по двойки · 12 минути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175D1-776F-43E9-8086-8A98A8C9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F8125-B166-47EB-B310-F94357F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97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746B5-F56D-43BC-BAB6-C3925CB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43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Покажете само публикуваните записи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1A504-853C-4F45-A665-401D3DF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52F79-924C-41DC-AC9E-C2D312FB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7DF2B-7795-40BA-8F11-3E25F57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Намерете записите с views над 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53CEB-303A-43F5-96FD-8D25A6C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B77A-A836-43A2-A206-D9ABF646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F6E6E-CDA7-432C-B6BF-664F1C9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Сортирайте по views в низходящ ред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D5B34-2F52-45B8-928A-2B9FDBC0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C2F65-DC65-449F-B1E6-638BA998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5B4E3-C290-4E3E-A41C-FE7FA20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Покажете по два записа на страница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41DA2-02F9-4A3C-9C13-DB5186F7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97ADB-00D6-4726-8238-CEAA92E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C7F0D-CD69-43A1-8587-6476C071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Намерете заглавие, което съдържа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2BAF5-F753-4D30-A249-5668AA7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C85D2-D932-4869-BB14-AD9BDCDD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 всяка задача запишете URL и броя върнати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125352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FD4DC-0BD8-4B38-A7F8-0177966B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B5C9-4323-464F-9053-C7039BF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Postman само като HTTP клиент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763F3-4A45-4DD9-BE25-644B666B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5F7CA-A130-41AC-8206-59516C9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Начало на четвъртия учебен 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BD155-A0E9-4E59-BABC-06DD4A6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 всяка заявка задаваме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A436A-DC64-4953-9BE7-1CEB632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63467-F286-4376-BAB1-B0CB9E1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 ·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D7F8B-EB23-4198-B8D1-8139E72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43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GET, POST, PUT, PATCH или DELETE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CFDE5-114B-46D9-AFD9-827775B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CC716-C689-4110-85A3-104D3E4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 ·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C6117-70FA-4D6E-9FF6-C0FA21D4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http://localhost:3000/posts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C22AC-219A-433B-9E93-8F97557D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BEF06-2FB0-48E0-8D92-A328901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 · BODY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83BFF-C77D-48FB-BC26-8EC5F31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33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JSON само когато изпращаме данни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793F8-AA7C-47E8-A9DC-6572C2A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8991D-3CDD-4DAF-8E66-E3F25D79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 ·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94846-B4E9-4C1F-8E5F-11D3CEDE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четем status и response body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B2769-ABCA-40F8-AC1D-70B1D35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477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FB838-D187-494C-9C42-7E2559A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Фокусът е върху HTTP заявката, не върху функциите на Postman.</a:t>
            </a:r>
          </a:p>
        </p:txBody>
      </p:sp>
    </p:spTree>
    <p:extLst>
      <p:ext uri="{BB962C8B-B14F-4D97-AF65-F5344CB8AC3E}">
        <p14:creationId xmlns:p14="http://schemas.microsoft.com/office/powerpoint/2010/main" val="249803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D235D-CF40-4557-A92F-28BCB0B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43B0E-66B2-45F0-B05E-6582656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POST: създаване на ресурс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D2631-A8D0-4BC3-9BA5-6F46302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74FFB-E02E-4F89-8844-CAE6CDFB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6372D-927D-4CB1-AA9E-B35B2CC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43852-EE39-40D1-AAD6-98A9F777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B2E8D-3392-4E30-ACAB-382D7A1E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341A3-2E34-4C63-8F3D-883B254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525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A8D67-ABCB-42BC-9693-FD2B34F1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07B66-F082-405E-BE96-0C2E1046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BODY · RAW ·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F0F39-7513-41F2-B94A-E70DC37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343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"Моята първа заявка",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"views": 0,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"published": false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3A6DA-68A5-48D0-8EC1-684C529A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Очакван резултат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211B1-52FB-4C9D-AB17-1839686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8DF2C-187F-4C68-8269-B7B19E03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status 201 Created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BEF4B-FD38-4C7B-B2CA-E07EECC2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03609-9903-4729-98FD-8AAEF49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отговорът съдържа ново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9D5CF-437F-44D7-B379-BB65B536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8DEBE-607C-4BF3-8CAC-8E2FABDE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записът се появява в db.json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36221-8E01-4CA8-B11F-9EAD747E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30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74D6A-0F60-40F5-93BC-CCA94358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77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Запишете id на новия ресурс. Ще го използваме в следващите заявки.</a:t>
            </a:r>
          </a:p>
        </p:txBody>
      </p:sp>
    </p:spTree>
    <p:extLst>
      <p:ext uri="{BB962C8B-B14F-4D97-AF65-F5344CB8AC3E}">
        <p14:creationId xmlns:p14="http://schemas.microsoft.com/office/powerpoint/2010/main" val="779937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99C4B-36E0-42C9-881F-0DE66109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2AC46-E224-4829-9DDC-B44786D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Задача: две POST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F8AA1-D46C-4A18-B49C-4BE0F48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42C9A-5ED7-4BA3-90A5-336B2C8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0121B-624D-4F96-A093-C66749C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Създайте два различни ресурса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41341-E92A-4338-8342-623B956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4762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CD479-7D05-4758-8012-BB04FB5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РЕСУРС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361FE-72CF-421B-8479-2FDB5DC7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343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"Урок за GET",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"views": 12,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"published": true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A47A-7857-429A-A0DE-CDE12BF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4762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010E4-8543-4440-8200-7A3B893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РЕСУРС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180FF-8EB7-4DF5-ABDB-5D9A0856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4343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"Урок за POST",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"views": 3,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"published": false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2D6A6-E6C2-4905-B77C-97CA1E5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854D8-D30B-4E7E-83B4-38270D03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977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Изпратете всяко тяло с POST към /posts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1E69A-6751-43B6-A9C9-EEED3EA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EAEC2-E956-41DF-BCB0-34B06C97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977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Сравнете върнатите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4E65C-521C-4669-AA09-37DADA60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37027-2B8F-4CED-813A-A309868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34050"/>
            <a:ext cx="977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Проверете новите записи с GET /posts</a:t>
            </a:r>
          </a:p>
        </p:txBody>
      </p:sp>
    </p:spTree>
    <p:extLst>
      <p:ext uri="{BB962C8B-B14F-4D97-AF65-F5344CB8AC3E}">
        <p14:creationId xmlns:p14="http://schemas.microsoft.com/office/powerpoint/2010/main" val="21307473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E59C6-516F-47D5-ABD0-A6C4D4C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84B2E-C2D8-4911-93AD-2F8B8E64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PUT: пълна замяна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2CF39-C33E-490B-991F-7613CB1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D82B4-67D8-4A63-BF9E-78F140D9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7CECF-B7DC-4D45-8C39-811DF08E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3913C-8B31-4D48-8843-E6F87A4F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73272-361E-4DCE-90FE-65767A72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B1CA0-7496-4565-A9FC-04B73B9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525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CDD55-4AD0-4773-A8CF-A5BE82AC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B1B82-43F9-49D9-A8BF-8CB3C298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ПЪЛЕН РЕСУРС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B4226-A1B7-4706-82E4-DAA8D43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343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"REST API и HTTP",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"views": 100,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"published": true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51567-3BB1-4CB5-A79F-3B82837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Какво наблюдаваме?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EDBF9-6903-45D3-92F6-6DA70586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CC09F-4435-42AD-B014-C6237C4E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адресът съдържа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D7A58-2616-451C-B669-D8891D65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33998-2C42-4002-A6F4-C2DDB6D2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всички нужни полета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634E9-FBD5-48C7-8980-2513FB2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7F216-D907-4501-ADB8-83FF4353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GET /posts/2 показва новото състояние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DADA5-72C8-4499-A076-08FB0FF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30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94FB7-2604-4A98-BB65-D08BC8F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77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PUT се използва, когато изпращаме ново пълно представяне на ресурса.</a:t>
            </a:r>
          </a:p>
        </p:txBody>
      </p:sp>
    </p:spTree>
    <p:extLst>
      <p:ext uri="{BB962C8B-B14F-4D97-AF65-F5344CB8AC3E}">
        <p14:creationId xmlns:p14="http://schemas.microsoft.com/office/powerpoint/2010/main" val="20912436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FA4CB-24F4-4162-AEAE-4F91EB30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5AE1E-D002-454F-B7AE-BA9D64E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PATCH: частична промяна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681BB-81CA-4886-9271-4793D76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C2B20-4FB1-4BF7-84A3-68CC732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3D2CD-A18F-41D2-B579-B92E7D72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2DCAB-2930-4227-AC99-5FB1074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37D10-15D5-4338-85B6-B2CFA9F7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01F41-0F1A-458F-BD9F-715C063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525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5C5D7-438F-4216-8C7C-CDD0414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F1D15-917C-4816-994B-0E8B163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САМО ПРОМЕНЯНОТО ПОЛЕ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22C75-4F72-43D8-A0D4-6B34E4B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"published": false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FDAEB-FDD3-4ECB-BB04-4AD7C80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Проверка с 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BA336-7025-4CEE-81DE-9803B2A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895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2E7FE-0ED3-47CA-90A9-FAE061EC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http://localhost:3000/posts/2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CAEF5-90FC-4C1D-8B89-7B358599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B20E9-10DE-4C8B-9D07-7EB5191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published вече е false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74BB6-C108-4D43-8DAC-5F7C23D4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581BB-26D4-4344-9338-74B45CF7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title и views остават непроменени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B0999-BD08-4753-8706-72D16286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060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F02B9-8C54-492F-B0BF-59BBF588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977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PATCH изпраща само полетата, които искаме да променим.</a:t>
            </a:r>
          </a:p>
        </p:txBody>
      </p:sp>
    </p:spTree>
    <p:extLst>
      <p:ext uri="{BB962C8B-B14F-4D97-AF65-F5344CB8AC3E}">
        <p14:creationId xmlns:p14="http://schemas.microsoft.com/office/powerpoint/2010/main" val="1106790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B51F0-BBBE-4006-920E-99B58BF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06496-BF5C-4E08-936C-3750B538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PUT или PATCH?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72573-B128-43D0-81C7-00BBAEF8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22150-273D-4590-B979-356F06D5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9728C-F727-4C43-B38A-E7881066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Ситуация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A21DE-3433-4D06-9D7C-931CE9F6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Метод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1399A-C591-4DC3-8717-9730C4D1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0ABA6-2D9F-400B-BB0C-C500E5A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Заменяме всички данни на публикация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3604-CB81-422D-8E45-A0E48CA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A21B4-A8F9-4B2C-AA12-0FE366E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604C6-2F73-4BB8-909E-D98DC6A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8C645-F250-416D-B226-2521FEAF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Променяме само броя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210CC-8FD8-45A3-9FA9-D3B13BE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E0E3C-7A3A-4F5B-A6C7-54A9E6A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9814C-54DC-42C3-8693-750C40F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7B660-726E-42EF-A3E4-C31DF9BB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Променяме само published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A3EB2-D797-4219-BB01-55A9E25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46056-C85D-4864-9717-EA85A68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07FB8-A3A7-43BD-B359-AB91A7B3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1009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C556C-ECB2-4728-8DC4-28342C5B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ново пълно представяне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E4A48-EF0E-4CA6-8386-E83DB55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386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26DB0-40E4-4CC3-9131-75E478B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A25D0-6CD7-4B26-9655-7A1C4B69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096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B7086-CBC4-4EBE-9238-A1F5A8DD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Задача: за всеки ред обяснете защо методът е подходящ.</a:t>
            </a:r>
          </a:p>
        </p:txBody>
      </p:sp>
    </p:spTree>
    <p:extLst>
      <p:ext uri="{BB962C8B-B14F-4D97-AF65-F5344CB8AC3E}">
        <p14:creationId xmlns:p14="http://schemas.microsoft.com/office/powerpoint/2010/main" val="1154185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32A07-503C-43A3-89A7-A681BCC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686D-87C7-4209-9707-4798359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DELETE: изтриване и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705C-3E37-4091-9FE0-3B1835C8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0EDE5-8FF9-4115-9814-5310697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41DF1-949D-47DB-A889-18D5D1D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6925E-0947-4EA4-B434-A16AB5FB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113D7-4CB9-418C-A533-3BBD370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38250"/>
            <a:ext cx="8210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421F-CEE5-4A92-A756-921276D8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390650"/>
            <a:ext cx="779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11FF2-DDC0-4CF1-B53B-9FCA54F9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7A2A8-00FF-4843-9A1F-528F700F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DABEE-CBAE-441A-96C6-58DEC1DE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52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Изпратете DELETE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F81CF-2243-4EBF-9197-41FF931B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D211B-8461-4488-8FB8-B541013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33C3D-50CD-46DD-B58D-3E47C1A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19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Проверете с GET /posts/3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5D5C4-6D76-48AC-A151-50AAD98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A2E8D-6D9D-487D-BDFE-ACB666C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01EBB-DD37-48A9-B7DE-FC14948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Очаквайте 404 Not Found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CEB2F-8F49-4C82-848E-6EF5CF22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39243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8AE9F-2FC1-4CD5-9CE7-24CC57C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Важно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4549C-BFE7-4ECF-B65C-04A937E7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333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DELETE променя данните. Проверяваме резултата с нова GET заявка и наблюдаваме db.json.</a:t>
            </a:r>
          </a:p>
        </p:txBody>
      </p:sp>
    </p:spTree>
    <p:extLst>
      <p:ext uri="{BB962C8B-B14F-4D97-AF65-F5344CB8AC3E}">
        <p14:creationId xmlns:p14="http://schemas.microsoft.com/office/powerpoint/2010/main" val="6301667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EE18F-C042-47DA-A35D-5EEF7F0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A5454-FF5C-4ADB-9921-D7C0242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Кой HTTP метод избираме?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740C9-ACED-41EA-8487-CC048C4B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9244D-E9B7-4279-A224-CBEC80E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9132F-78D3-4CD1-A3D9-BB1B221A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2408B-F7DA-48CF-9370-F6F59F1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954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Получаваме всички публикации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D86D1-0465-490B-99C4-9B31337B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763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C633F-7721-4F0A-BDC2-EB48239D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95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F8F89-D926-4C8F-A289-C891BAD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5891D-DCE4-4903-9C6E-D35B1A95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Създаваме нова публикация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CA089-CACC-4B1C-ADF6-699EE76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A977F-BFD1-42D4-959E-56104CD4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1E3D3-89C2-4748-A1A1-3896FFC1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FB804-101E-4DB1-B2E2-9B16CB4B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Заменяме целия ресурс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633E6-65F4-4009-A489-D55222B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FC568-A9B7-4245-90EA-1D8EA96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7A12B-B76A-48BF-85F9-608CEBF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DCF5E-2732-44C8-9165-C4960F78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Променяме едно поле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3EE9E-202F-4E48-B151-DDA0F476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4DC45-1DE5-4961-BE11-EED683D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5E663-C507-4B88-B59C-4676D21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80E70-0CDB-4AE6-A901-62FBA6E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Премахваме ресурс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FB38E-E279-497A-86EB-36C444F7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99763-C8C3-43DC-AAE4-BEB41173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7666F-5FAD-4FC6-990C-5BE40F6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Учениците първо казват метода, после формулират URL.</a:t>
            </a:r>
          </a:p>
        </p:txBody>
      </p:sp>
    </p:spTree>
    <p:extLst>
      <p:ext uri="{BB962C8B-B14F-4D97-AF65-F5344CB8AC3E}">
        <p14:creationId xmlns:p14="http://schemas.microsoft.com/office/powerpoint/2010/main" val="7437932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96884-0960-457F-A1CB-4923DD65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DB2E-1A52-4525-A4E2-CF7BEF6B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Грешки, които заявките разкриват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5547E-766F-4ECA-858C-C061F44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804C-D335-467B-AEBE-B17C9E7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B49DF-462E-4529-8F49-E8A72502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Заявка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668A7-B5D7-4EED-A9C9-4A65DCD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81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Какво проверяваме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35AB6-35BA-40F4-9E35-E7319F7B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FBB15-5B6E-4369-8931-815DF1CD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/posts/999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52497-3B1E-4DE9-9617-0CB7763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404: ресурсът не съществува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11050-C8DB-4032-BEC5-9E9ACF66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12100-31C2-40CC-857C-56BBE196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/post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0D403-79F4-4D0A-A08A-DA7440BA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грешен маршрут: /post вместо /posts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FB899-6B3E-406D-A119-51E8A2AE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27065-4B51-4FB6-8B74-A030E77F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343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POST /posts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Body: невалиден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52A4C-4FF7-4107-BFD0-BC2718B3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проверяваме синтаксиса на 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1ED04-C3E0-4F2C-BA86-433F5C2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DD778-5E2B-4D92-95A8-9702B47E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Диагностика: method + URL + headers + body + status + response body</a:t>
            </a:r>
          </a:p>
        </p:txBody>
      </p:sp>
    </p:spTree>
    <p:extLst>
      <p:ext uri="{BB962C8B-B14F-4D97-AF65-F5344CB8AC3E}">
        <p14:creationId xmlns:p14="http://schemas.microsoft.com/office/powerpoint/2010/main" val="19097356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2E5A29-020D-4D45-A8A0-7CB7AB2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23A30-78EA-4047-86B8-984F395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Финална задача: жизнен цикъл на ресурс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178CA-74C8-4DB3-BB1E-4219B9C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FE88B-0B04-4C6C-8695-DD32CE2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BEC9D-1B5A-44E1-B9C4-9ECD57D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13B27-CA6D-44DB-B5B8-298CFB1A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6E47A-8DC3-4205-9B8C-FEDC0B8B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0858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724D3-9178-4505-B79B-8AB3618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104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942CC-08FE-4FC3-9301-BA7C5D7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08585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EF367-AF27-4ED2-B152-7E6192EF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CE151-C23B-4ED9-A7D7-F784341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04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създайте ресурс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A4DB2-A00D-4E17-B9C4-80D412B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0335B-B4D0-4F87-8778-CA96947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88F53-AD8C-4518-8C5F-4B418565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07F8E-1DA3-4BEA-B75A-0660280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859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3B345-84C6-4781-BC6D-D0FB4943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BC00F-BE23-4EB2-814B-8EA0FCF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F746C-28B2-4165-8266-99B243E6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проверете го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6F293-B41E-44F6-BBCD-6988B720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0F861-6979-4019-B16B-AA87BBED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2F2DD9-10C1-4F19-BCFD-15D17A6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479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28399-24BC-4E52-B81E-DE32181A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5D42F1-FD1F-4296-9CB2-62BAA35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4795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1BF5C-5C42-45A0-A525-F97BF5E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/posts/{id}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B9509-9FF6-4E37-BFF7-233FB025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променете views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CD897-1948-4C37-B48C-3B627F5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15772-AD14-4106-91DB-E43DD94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5C1A0-FFD6-4526-97F7-50C3F43F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8B8A2-0FB5-486E-8F5A-7100741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120450-7E0A-4183-A24D-8E750C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983F6C-A54A-4727-A88D-DD4E4ED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814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/posts/{id}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74FB4-0740-4A0D-A892-5D58896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заменете целия ресурс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1C4F9-E6AB-4B03-9C59-904F3FB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A5AF2-1199-477A-9DA5-1D60E3A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78744-C3B3-4E39-A9E2-A9ED3E5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2BE7F1-A7F7-4CEE-B807-5420652F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3B2C26-B468-403F-AD67-0B4FC57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1005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77A403-EA9F-4918-9E96-C565B4B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624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/posts/{id}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7A7A05-AAFC-4C74-A095-D4992933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291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изтрийте го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9E9EAF-3545-4845-B1FA-5F6C2101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6AA9C-94EC-42CE-A186-EE25E9A4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4CB106-10AB-41E7-A163-02890D95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411805-45F0-4E2F-9A97-36C1DA7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4E0280-6A26-4E9A-85AE-6AF0DB5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91100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BA771-B924-4384-880D-995A862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435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/posts/{id}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A84F2A-B3DE-495C-AAB3-F171683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потвърдете 404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6B94FA-A26D-4B88-A5DA-13B7BE7C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30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Използвайте id, върнато от POST. Записвайте status кода след всяка заявка.</a:t>
            </a:r>
          </a:p>
        </p:txBody>
      </p:sp>
    </p:spTree>
    <p:extLst>
      <p:ext uri="{BB962C8B-B14F-4D97-AF65-F5344CB8AC3E}">
        <p14:creationId xmlns:p14="http://schemas.microsoft.com/office/powerpoint/2010/main" val="13050982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3A274-5B9D-440F-A110-26ADFB8D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212B-14B5-466D-BF66-7447649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Обобщение и изходен билет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63A7A-ACDA-4253-B976-079628E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09521-0103-493E-BDE1-DDA162A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C7A3-A5BA-4B02-B4F6-49210F93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Една HTTP заявка съдържа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DD7E-52DF-43BF-9C0C-12BFEA5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FBE12-297E-4EF5-861C-8B1982E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метод и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74C87-9D29-42B3-9605-A3B4C827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55D46-887C-45DA-A473-8E3B3E2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headers при необходимост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3A7B7-22C7-498D-9E92-B20FC50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73EF3-68BB-479A-A427-F7A986D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body при POST, PUT и PATCH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155DE-7FE7-423D-B1A1-B4892BA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98158-3FF7-45AB-9532-26A4F1C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очакван status и response body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BF99C-B35C-4D85-B38D-30976D52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4762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41625-0F9C-4668-A544-FB98A028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Изходен билет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FA9D7-4408-45DB-93D0-C20C9EB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00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Напишете метод, URL и body за заявка, която променя само published на ресурс с id 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4D9B4-5654-4EEF-B1F6-50EDCDE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47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4FAEC-FEB1-477C-9AF9-DFEF4F1B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98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Очакван отговор: PATCH /posts/4 с body { "published": true }</a:t>
            </a:r>
          </a:p>
        </p:txBody>
      </p:sp>
    </p:spTree>
    <p:extLst>
      <p:ext uri="{BB962C8B-B14F-4D97-AF65-F5344CB8AC3E}">
        <p14:creationId xmlns:p14="http://schemas.microsoft.com/office/powerpoint/2010/main" val="1071698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2026-09-28T17:00:13.0830000Z</dcterms:created>
  <dcterms:modified xsi:type="dcterms:W3CDTF">2026-09-28T17:00:13.0830000Z</dcterms:modified>
</coreProperties>
</file>