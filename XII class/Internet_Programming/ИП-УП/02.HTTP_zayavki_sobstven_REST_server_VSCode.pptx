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926d9f4f9c4485" /><Relationship Type="http://schemas.openxmlformats.org/officeDocument/2006/relationships/extended-properties" Target="/docProps/app.xml" Id="R65c0027768ec48d6" /><Relationship Type="http://schemas.openxmlformats.org/officeDocument/2006/relationships/officeDocument" Target="/ppt/presentation.xml" Id="Rf1085356ea70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6babbdd0c84062"/>
  </p:sldMasterIdLst>
  <p:notesMasterIdLst>
    <p:notesMasterId xmlns:r="http://schemas.openxmlformats.org/officeDocument/2006/relationships" r:id="R6dc5490ac84749f3"/>
  </p:notesMasterIdLst>
  <p:sldIdLst>
    <p:sldId xmlns:r="http://schemas.openxmlformats.org/officeDocument/2006/relationships" id="256" r:id="R2ceccc656bd941c7"/>
    <p:sldId xmlns:r="http://schemas.openxmlformats.org/officeDocument/2006/relationships" id="257" r:id="R00a50c0b77c045db"/>
    <p:sldId xmlns:r="http://schemas.openxmlformats.org/officeDocument/2006/relationships" id="258" r:id="R62df26d23db84f02"/>
    <p:sldId xmlns:r="http://schemas.openxmlformats.org/officeDocument/2006/relationships" id="259" r:id="R7dc26e3c54494b66"/>
    <p:sldId xmlns:r="http://schemas.openxmlformats.org/officeDocument/2006/relationships" id="260" r:id="R74e4a49ab4c243c1"/>
    <p:sldId xmlns:r="http://schemas.openxmlformats.org/officeDocument/2006/relationships" id="261" r:id="Ref67ce7aef57494a"/>
    <p:sldId xmlns:r="http://schemas.openxmlformats.org/officeDocument/2006/relationships" id="262" r:id="R2885db0db5d148c0"/>
    <p:sldId xmlns:r="http://schemas.openxmlformats.org/officeDocument/2006/relationships" id="263" r:id="R4aaf802ea8a64d88"/>
    <p:sldId xmlns:r="http://schemas.openxmlformats.org/officeDocument/2006/relationships" id="264" r:id="R01a9378c06c04188"/>
    <p:sldId xmlns:r="http://schemas.openxmlformats.org/officeDocument/2006/relationships" id="265" r:id="R8ea4447df2734203"/>
    <p:sldId xmlns:r="http://schemas.openxmlformats.org/officeDocument/2006/relationships" id="266" r:id="Re9ef08b2140a4671"/>
    <p:sldId xmlns:r="http://schemas.openxmlformats.org/officeDocument/2006/relationships" id="267" r:id="Re138f26b574b4341"/>
    <p:sldId xmlns:r="http://schemas.openxmlformats.org/officeDocument/2006/relationships" id="268" r:id="R179aead4fa114167"/>
    <p:sldId xmlns:r="http://schemas.openxmlformats.org/officeDocument/2006/relationships" id="269" r:id="Rf79f76ce1b5a4616"/>
    <p:sldId xmlns:r="http://schemas.openxmlformats.org/officeDocument/2006/relationships" id="270" r:id="R191230a2cf7f4ac0"/>
    <p:sldId xmlns:r="http://schemas.openxmlformats.org/officeDocument/2006/relationships" id="271" r:id="R7c606ecc194e4207"/>
    <p:sldId xmlns:r="http://schemas.openxmlformats.org/officeDocument/2006/relationships" id="272" r:id="R95954d338cf141c3"/>
    <p:sldId xmlns:r="http://schemas.openxmlformats.org/officeDocument/2006/relationships" id="273" r:id="R0cc3b035495e486f"/>
    <p:sldId xmlns:r="http://schemas.openxmlformats.org/officeDocument/2006/relationships" id="274" r:id="Rfa9df962e81347ee"/>
    <p:sldId xmlns:r="http://schemas.openxmlformats.org/officeDocument/2006/relationships" id="275" r:id="Rcfb098369b7743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1aae217ed424c" /><Relationship Type="http://schemas.openxmlformats.org/officeDocument/2006/relationships/slideMaster" Target="/ppt/slideMasters/slideMaster1.xml" Id="R5a6babbdd0c84062" /><Relationship Type="http://schemas.openxmlformats.org/officeDocument/2006/relationships/notesMaster" Target="/ppt/notesMasters/notesMaster1.xml" Id="R6dc5490ac84749f3" /><Relationship Type="http://schemas.openxmlformats.org/officeDocument/2006/relationships/presProps" Target="/ppt/presProps.xml" Id="Rf6aa793c1d134620" /><Relationship Type="http://schemas.openxmlformats.org/officeDocument/2006/relationships/tableStyles" Target="/ppt/tableStyles.xml" Id="Rca22e4b269dc4b97" /><Relationship Type="http://schemas.openxmlformats.org/officeDocument/2006/relationships/slide" Target="/ppt/slides/slide1.xml" Id="R2ceccc656bd941c7" /><Relationship Type="http://schemas.openxmlformats.org/officeDocument/2006/relationships/slide" Target="/ppt/slides/slide2.xml" Id="R00a50c0b77c045db" /><Relationship Type="http://schemas.openxmlformats.org/officeDocument/2006/relationships/slide" Target="/ppt/slides/slide3.xml" Id="R62df26d23db84f02" /><Relationship Type="http://schemas.openxmlformats.org/officeDocument/2006/relationships/slide" Target="/ppt/slides/slide4.xml" Id="R7dc26e3c54494b66" /><Relationship Type="http://schemas.openxmlformats.org/officeDocument/2006/relationships/slide" Target="/ppt/slides/slide5.xml" Id="R74e4a49ab4c243c1" /><Relationship Type="http://schemas.openxmlformats.org/officeDocument/2006/relationships/slide" Target="/ppt/slides/slide6.xml" Id="Ref67ce7aef57494a" /><Relationship Type="http://schemas.openxmlformats.org/officeDocument/2006/relationships/slide" Target="/ppt/slides/slide7.xml" Id="R2885db0db5d148c0" /><Relationship Type="http://schemas.openxmlformats.org/officeDocument/2006/relationships/slide" Target="/ppt/slides/slide8.xml" Id="R4aaf802ea8a64d88" /><Relationship Type="http://schemas.openxmlformats.org/officeDocument/2006/relationships/slide" Target="/ppt/slides/slide9.xml" Id="R01a9378c06c04188" /><Relationship Type="http://schemas.openxmlformats.org/officeDocument/2006/relationships/slide" Target="/ppt/slides/slide10.xml" Id="R8ea4447df2734203" /><Relationship Type="http://schemas.openxmlformats.org/officeDocument/2006/relationships/slide" Target="/ppt/slides/slide11.xml" Id="Re9ef08b2140a4671" /><Relationship Type="http://schemas.openxmlformats.org/officeDocument/2006/relationships/slide" Target="/ppt/slides/slide12.xml" Id="Re138f26b574b4341" /><Relationship Type="http://schemas.openxmlformats.org/officeDocument/2006/relationships/slide" Target="/ppt/slides/slide13.xml" Id="R179aead4fa114167" /><Relationship Type="http://schemas.openxmlformats.org/officeDocument/2006/relationships/slide" Target="/ppt/slides/slide14.xml" Id="Rf79f76ce1b5a4616" /><Relationship Type="http://schemas.openxmlformats.org/officeDocument/2006/relationships/slide" Target="/ppt/slides/slide15.xml" Id="R191230a2cf7f4ac0" /><Relationship Type="http://schemas.openxmlformats.org/officeDocument/2006/relationships/slide" Target="/ppt/slides/slide16.xml" Id="R7c606ecc194e4207" /><Relationship Type="http://schemas.openxmlformats.org/officeDocument/2006/relationships/slide" Target="/ppt/slides/slide17.xml" Id="R95954d338cf141c3" /><Relationship Type="http://schemas.openxmlformats.org/officeDocument/2006/relationships/slide" Target="/ppt/slides/slide18.xml" Id="R0cc3b035495e486f" /><Relationship Type="http://schemas.openxmlformats.org/officeDocument/2006/relationships/slide" Target="/ppt/slides/slide19.xml" Id="Rfa9df962e81347ee" /><Relationship Type="http://schemas.openxmlformats.org/officeDocument/2006/relationships/slide" Target="/ppt/slides/slide20.xml" Id="Rcfb098369b7743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54ed41787e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6e9d51565b40a3" /><Relationship Type="http://schemas.openxmlformats.org/officeDocument/2006/relationships/notesMaster" Target="/ppt/notesMasters/notesMaster1.xml" Id="Ra65ec58d14bb47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f5a46f0c647fd" /><Relationship Type="http://schemas.openxmlformats.org/officeDocument/2006/relationships/notesMaster" Target="/ppt/notesMasters/notesMaster1.xml" Id="R3724a994db2b49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c8d07e73fd41e2" /><Relationship Type="http://schemas.openxmlformats.org/officeDocument/2006/relationships/notesMaster" Target="/ppt/notesMasters/notesMaster1.xml" Id="R0667c97fe2754a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84d0acdd3c492f" /><Relationship Type="http://schemas.openxmlformats.org/officeDocument/2006/relationships/notesMaster" Target="/ppt/notesMasters/notesMaster1.xml" Id="R6fe8de5cee9341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105d4df9574f5b" /><Relationship Type="http://schemas.openxmlformats.org/officeDocument/2006/relationships/notesMaster" Target="/ppt/notesMasters/notesMaster1.xml" Id="R06485f273b46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6c3e1a74cf4163" /><Relationship Type="http://schemas.openxmlformats.org/officeDocument/2006/relationships/notesMaster" Target="/ppt/notesMasters/notesMaster1.xml" Id="R3a50b331519c4e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c2d7782f42d4403" /><Relationship Type="http://schemas.openxmlformats.org/officeDocument/2006/relationships/notesMaster" Target="/ppt/notesMasters/notesMaster1.xml" Id="Rec11a070f94842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d3ba8b84304331" /><Relationship Type="http://schemas.openxmlformats.org/officeDocument/2006/relationships/notesMaster" Target="/ppt/notesMasters/notesMaster1.xml" Id="R0efcb173185a45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b68104de7450c" /><Relationship Type="http://schemas.openxmlformats.org/officeDocument/2006/relationships/notesMaster" Target="/ppt/notesMasters/notesMaster1.xml" Id="R7f2569d11a2d49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fc39cf003340af" /><Relationship Type="http://schemas.openxmlformats.org/officeDocument/2006/relationships/notesMaster" Target="/ppt/notesMasters/notesMaster1.xml" Id="Rbc8513bcce0447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30da4133ae4af1" /><Relationship Type="http://schemas.openxmlformats.org/officeDocument/2006/relationships/notesMaster" Target="/ppt/notesMasters/notesMaster1.xml" Id="Reefed42417c64c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03e06b69a442bc" /><Relationship Type="http://schemas.openxmlformats.org/officeDocument/2006/relationships/notesMaster" Target="/ppt/notesMasters/notesMaster1.xml" Id="R5cc5dd28be624b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9b66b900124a9f" /><Relationship Type="http://schemas.openxmlformats.org/officeDocument/2006/relationships/notesMaster" Target="/ppt/notesMasters/notesMaster1.xml" Id="R3ab5b16d28d547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57b7bb2d514ec7" /><Relationship Type="http://schemas.openxmlformats.org/officeDocument/2006/relationships/notesMaster" Target="/ppt/notesMasters/notesMaster1.xml" Id="R4f9b00084bc54c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610104e6de462b" /><Relationship Type="http://schemas.openxmlformats.org/officeDocument/2006/relationships/notesMaster" Target="/ppt/notesMasters/notesMaster1.xml" Id="Re6606e8bab7e43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cc14c085c7464b" /><Relationship Type="http://schemas.openxmlformats.org/officeDocument/2006/relationships/notesMaster" Target="/ppt/notesMasters/notesMaster1.xml" Id="Ra9780da4c28745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f217f237cf46d3" /><Relationship Type="http://schemas.openxmlformats.org/officeDocument/2006/relationships/notesMaster" Target="/ppt/notesMasters/notesMaster1.xml" Id="R790ba63125cf4d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d2a2e71d71d4e0b" /><Relationship Type="http://schemas.openxmlformats.org/officeDocument/2006/relationships/notesMaster" Target="/ppt/notesMasters/notesMaster1.xml" Id="Rde6e237049824e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d7640912cf43b4" /><Relationship Type="http://schemas.openxmlformats.org/officeDocument/2006/relationships/notesMaster" Target="/ppt/notesMasters/notesMaster1.xml" Id="Ra4aaf044b3cb478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e633209231b437e" /><Relationship Type="http://schemas.openxmlformats.org/officeDocument/2006/relationships/notesMaster" Target="/ppt/notesMasters/notesMaster1.xml" Id="R4bd0875f540b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Въведение: свържете часа с теорията. HTTP означава Hypertext Transfer Protocol. Обяснете, че днес учениците няма само да назовават методите, а ще изпращат реални заявки и ще анализират отговорите.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означава Application Programming Interface. JSON означава JavaScript Object Notation. Обяснете, че сървърът ще работи на ученическия компютър и всяка промяна ще се записва в db.json.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около 4 минути. Търсени отговори: заявката има метод, URL, headers и понякога body; GET извлича; POST създава; PUT заменя целия ресурс, PATCH променя част; статус кодът показва резултата.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REST означава Representational State Transfer. Localhost означава текущия компютър. Представете трите инструмента: VS Code за файловете, JSON Server за API и Postman като клиент.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Преди часа проверете дали Node.js е инсталиран. Node.js изпълнява JavaScript извън браузъра. npm означава Node Package Manager. Командата npm init -y създава package.json.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Учениците създават db.json в основната папка. След стартирането JSON Server слуша на порт 3000. Източник: https://github.com/typicode/json-server/blob/main/README.md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означава заявка за извличане. JSON означава JavaScript Object Notation. Попитайте кои полета описват публикацията и кое поле е уникалният идентификатор.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Обикаляйте между двойките. За /posts/999 очаквайте статус 404 Not Found. Подчертайте, че клиентът винаги трябва да проверява статуса, преди да обработи body.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 parameter означава параметър в адреса на заявката. Обяснете, че той филтрира или настройва резултата, без да променя самия ресурс.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 изпраща данни за създаване на нов ресурс. Content-Type описва формата на body. След заявката покажете как JSON Server записва новия обект в db.json.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8 минути. При допълнителната задача поведението може да зависи от това как Postman автоматично задава header. Нека учениците проверят реално раздела Headers, вместо да предполагат.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PUT обикновено заменя цялото представяне, а PATCH променя част от него. Кажете „повторяем резултат“ като разбираема замяна на термина „идемпотентен“: еднаквата заявка, повторена няколко пъти, води до същото крайно състояние.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Покажете PUT с всички полета. След това попитайте какъв риск има при пропускане на поле. Отговор: при реален API полето може да получи стойност по подразбиране, да се изтрие или заявката да бъде отхвърлена според договора на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Дайте 7 минути. Търсен отговор: PATCH изпраща само променените полета, което прави намерението по-ясно и намалява риска да презапишем други стойности.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DELETE премахва ресурса от db.json. Статусът може да бъде 200 или 204 според версията на JSON Server. Проверете резултата с GET към същия адрес.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Header означава заглавна част. Content-Type показва формата на изпратеното съдържание. Accept показва какъв формат очаква клиентът. Authorization носи данни за удостоверяване, но в този тестов API не е необходим.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2xx означава успешна обработка, 4xx показва проблем от страна на клиента или заявката, 5xx показва проблем от страна на сървъра. Уточнете, че конкретното значение винаги се проверява в документацията на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Оценявайте процеса, а не само крайния отговор. Всеки екип трябва да може да обясни защо е избрал метода и как статусът потвърждава или опровергава очакването.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Поискайте кратко обяснение, а не само дума. Отговори: 1) GET; 2) 201 Created; 3) PATCH; 4) в Content-Type header; 5) ресурсът не е намерен.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Задайте подготовката като кратка домашна работа. Следващите два часа могат да надградят с environment variables, authorization, Postman tests и малък сценарий CRUD. CRUD означава Create, Read, Update, Delete.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e08319c0364b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79db0d6761421d" /><Relationship Type="http://schemas.openxmlformats.org/officeDocument/2006/relationships/slideLayout" Target="/ppt/slideLayouts/slideLayout1.xml" Id="R34dc8b4074f341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dc8b4074f341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d4e6927ed4694" /><Relationship Type="http://schemas.openxmlformats.org/officeDocument/2006/relationships/notesSlide" Target="/ppt/notesSlides/notesSlide1.xml" Id="R958db8405441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6c88e027c4a1a" /><Relationship Type="http://schemas.openxmlformats.org/officeDocument/2006/relationships/notesSlide" Target="/ppt/notesSlides/notesSlide2.xml" Id="R224e3a527b34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128a137ac4f1a" /><Relationship Type="http://schemas.openxmlformats.org/officeDocument/2006/relationships/notesSlide" Target="/ppt/notesSlides/notesSlide3.xml" Id="R191f30eb89c445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b81004d4b4651" /><Relationship Type="http://schemas.openxmlformats.org/officeDocument/2006/relationships/notesSlide" Target="/ppt/notesSlides/notesSlide4.xml" Id="R5f7394978fa041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c55cb98ff402e" /><Relationship Type="http://schemas.openxmlformats.org/officeDocument/2006/relationships/notesSlide" Target="/ppt/notesSlides/notesSlide5.xml" Id="R1432f3cee78e42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1510467e054238" /><Relationship Type="http://schemas.openxmlformats.org/officeDocument/2006/relationships/notesSlide" Target="/ppt/notesSlides/notesSlide6.xml" Id="Rb2bdd7f7851544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aa9e62ed04778" /><Relationship Type="http://schemas.openxmlformats.org/officeDocument/2006/relationships/notesSlide" Target="/ppt/notesSlides/notesSlide7.xml" Id="R5fd8fb9b999645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7d498120d481d" /><Relationship Type="http://schemas.openxmlformats.org/officeDocument/2006/relationships/notesSlide" Target="/ppt/notesSlides/notesSlide8.xml" Id="R88117640efcf4e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c195ea77c4940" /><Relationship Type="http://schemas.openxmlformats.org/officeDocument/2006/relationships/notesSlide" Target="/ppt/notesSlides/notesSlide9.xml" Id="Re4bcefc4ddd943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250247a7a4d75" /><Relationship Type="http://schemas.openxmlformats.org/officeDocument/2006/relationships/notesSlide" Target="/ppt/notesSlides/notesSlide10.xml" Id="R6ca6e2db8f2342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8316113ab94b37" /><Relationship Type="http://schemas.openxmlformats.org/officeDocument/2006/relationships/notesSlide" Target="/ppt/notesSlides/notesSlide11.xml" Id="R6a028679b57e47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226230669485a" /><Relationship Type="http://schemas.openxmlformats.org/officeDocument/2006/relationships/notesSlide" Target="/ppt/notesSlides/notesSlide12.xml" Id="Rfe3b39281f71489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5941e807749c3" /><Relationship Type="http://schemas.openxmlformats.org/officeDocument/2006/relationships/notesSlide" Target="/ppt/notesSlides/notesSlide13.xml" Id="R6662c0a2478144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46b8ec37f47fb" /><Relationship Type="http://schemas.openxmlformats.org/officeDocument/2006/relationships/notesSlide" Target="/ppt/notesSlides/notesSlide14.xml" Id="R946a85798e3c4bb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f6ba3688141f8" /><Relationship Type="http://schemas.openxmlformats.org/officeDocument/2006/relationships/notesSlide" Target="/ppt/notesSlides/notesSlide15.xml" Id="R0bb8c1af367c4d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6a8e8659d74069" /><Relationship Type="http://schemas.openxmlformats.org/officeDocument/2006/relationships/notesSlide" Target="/ppt/notesSlides/notesSlide16.xml" Id="R75a20ce110f44c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61fbb7ebb4c01" /><Relationship Type="http://schemas.openxmlformats.org/officeDocument/2006/relationships/notesSlide" Target="/ppt/notesSlides/notesSlide17.xml" Id="R14c65a039a2941a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8895fcbc4499e" /><Relationship Type="http://schemas.openxmlformats.org/officeDocument/2006/relationships/notesSlide" Target="/ppt/notesSlides/notesSlide18.xml" Id="R3d160b4484894d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9b20e8ec04c5e" /><Relationship Type="http://schemas.openxmlformats.org/officeDocument/2006/relationships/notesSlide" Target="/ppt/notesSlides/notesSlide19.xml" Id="R91dbba1f30424d5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21c253b3f549bb" /><Relationship Type="http://schemas.openxmlformats.org/officeDocument/2006/relationships/notesSlide" Target="/ppt/notesSlides/notesSlide20.xml" Id="R12f8ef60a98a47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75A1E-F3E8-4B10-B19A-E5D720E3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5507D-29F5-4F2C-974F-9F4B31D1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5255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Видове HTTP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DACD8-93A5-4CC1-AFF3-0CAE8979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FD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0">
                <a:solidFill>
                  <a:srgbClr val="BFD7FF"/>
                </a:solidFill>
                <a:latin typeface="Bitstream Charter"/>
                <a:ea typeface="Bitstream Charter"/>
                <a:cs typeface="Bitstream Charter"/>
              </a:rPr>
              <a:t>Собствен REST сървър и работа с Postman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58075-ADF3-414E-BA03-32134851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873BD-0966-4AF4-B6D1-CB18D7F5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FA4CD-1034-4543-AD8B-7E22D2E3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1D231A-9E13-4470-9B46-4FAE2F2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480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0CB7B-B30D-4AD0-9475-5C2A73D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290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4120B-3028-4763-B416-7FB8E32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480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B4AAC-3222-4675-8D01-22FAC73E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90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9D64A-81E4-46E1-8388-AC0DE015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CC0042-8B35-4B69-9016-BA589877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CC73C-3610-45EF-A251-CD3853BE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939271-5665-4634-B689-E43B3C1D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rPr>
              <a:t>Първи два от четири учебни часа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F781A7-C8C5-4DBB-AC4E-239B3905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24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4A3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94A3B8"/>
                </a:solidFill>
                <a:latin typeface="Bitstream Charter"/>
                <a:ea typeface="Bitstream Charter"/>
                <a:cs typeface="Bitstream Charter"/>
              </a:rPr>
              <a:t>Ахмед Матем Ахмед</a:t>
            </a:r>
          </a:p>
        </p:txBody>
      </p:sp>
    </p:spTree>
    <p:extLst>
      <p:ext uri="{BB962C8B-B14F-4D97-AF65-F5344CB8AC3E}">
        <p14:creationId xmlns:p14="http://schemas.microsoft.com/office/powerpoint/2010/main" val="531157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445F0-D0D9-41C3-AADD-9C01AA6E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B9A35-050D-4A1E-AB66-298ED327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Какво ще можем след двата часа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28584-4ACC-45BF-BC30-DD9E3CA3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0FC59-AAC9-42A8-8403-E971C745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72620-06B4-4CBE-BFB7-FAA8E299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Час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96419-C49F-4EC0-8EB8-DA22ECF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F2FF4-A7F1-4B04-979B-B592CDA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Създаваме REST сървър във VS 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C8D56-D999-456F-B51A-B66003AD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026E6-024B-4F34-A0FB-F8EF2867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GET и POST заявки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BDC22-6AA0-411A-9CD2-272D6D74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B2E5F-8F14-425E-B6C2-4117A5F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Разчитаме JSON отговор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66578-D695-4051-88FA-D28D3969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Час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5EA1C-F4B8-4C47-AC2E-A2F3E874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52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E283B-7676-438B-9FD2-8E10BF01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Сравняваме PUT и PATCH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C6DE8-35A1-4335-845B-1AD18D3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81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3D725-3AF8-4BFC-A604-1E85D81D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Тестваме DELETE и статус кодове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E7B72-CF65-40F8-A3BA-709F01D6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99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63736-3948-4831-B95F-2C688883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Решаваме обща практическа задача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29C6A-4DCC-4B20-B4EF-69398F82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7061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AD654-B4F4-4652-BAD3-B8C27873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86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Работим със собствен REST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0707E-086F-466D-9115-3C061F2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http://localhost:3000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7980B3-0899-4A6E-A410-06CF6365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POST, PUT, PATCH и DELETE променят реално файла db.json.</a:t>
            </a:r>
          </a:p>
        </p:txBody>
      </p:sp>
    </p:spTree>
    <p:extLst>
      <p:ext uri="{BB962C8B-B14F-4D97-AF65-F5344CB8AC3E}">
        <p14:creationId xmlns:p14="http://schemas.microsoft.com/office/powerpoint/2010/main" val="1919248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F8B6F5-EB83-4D8C-A80D-CA228FE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C680E9-4DD6-41EF-B1A2-A6E3E4B5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Преговор: HTTP заявки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7E406-69AE-4C34-AE34-89F16ACD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FE266-0FDC-4F03-8B8F-9D4F00E8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20D51-357B-4B56-AFC2-E3CE533D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Отговорете без да отваряте тетрадките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36FAC-EF01-4FAF-832F-03DB40AF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04975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7EE98-8ED6-4A02-AAD7-18A6CF10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9D825-91DD-4A1C-B4E3-F367AB3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954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Какво съдържа една HTTP заявка?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2B7E2-F696-4526-8871-1DDB1C51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5D7E1-2362-4905-A98A-22FC55F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5BFEED-31B7-451C-95E3-86B8B3BF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Кой метод извлича ресурс?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5760B-05AF-446E-BAA9-576B0A2C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339B18-D4DC-4DBC-8ED5-38D4B972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E7C0A-BD8B-4B6D-962F-F8B787B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575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Кой метод създава нов ресурс?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3E7C8-3C0F-479B-88D1-20FA4343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31D6BD-F82F-4B0C-918D-0010EB4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D33788-97C0-4303-AD0A-A7323CF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3860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Каква е разликата между PUT и PATCH?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83977-1DE7-446F-A9EA-B45F7767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5334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4D25D-1F36-46B2-A938-788F9E42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4E7D3-3601-4934-B2E6-DB7FDA2B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196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Какво показва статус кодът?</a:t>
            </a:r>
          </a:p>
        </p:txBody>
      </p:sp>
    </p:spTree>
    <p:extLst>
      <p:ext uri="{BB962C8B-B14F-4D97-AF65-F5344CB8AC3E}">
        <p14:creationId xmlns:p14="http://schemas.microsoft.com/office/powerpoint/2010/main" val="12632077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E45BD-B985-49D5-8704-939A3E39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9CBF1-114F-4D71-85C4-49C7CF57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Нашият локален REST сървър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D74C8-EC9F-4276-B401-7E0B668E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526EE-D43B-4182-A34D-DA60BBD0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E2D1BA-8302-47C9-AA89-969EEA22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Visual Studio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CCBA9-D72D-4588-BA98-AE735A6C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Редактираме проекта и файла db.json.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66C20-7EC9-4D32-B687-8618E3FE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JSON Server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C55DE-5C21-4224-927C-8FF49587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428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Обработва HTTP заявките и записва промените.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4DE73-1817-4ED7-9CBF-0C4227D8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101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Postman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67CB5C-6ECA-4FF3-BC76-867D1939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 GET, POST, PUT, PATCH и DELETE.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786FA5-F78C-4D1C-9EDF-06BAEE38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47800"/>
            <a:ext cx="4953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79B93B-50BC-4B40-BD63-AF7702EA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62150"/>
            <a:ext cx="43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http://localhost:3000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E6D5E-7365-4E80-975B-619E9F2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/posts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2BEF5-6529-46F7-B3C4-A3B49053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/students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80DC6-E901-4E90-906B-C2365AA4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CBD5E1"/>
                </a:solidFill>
                <a:latin typeface="Bitstream Charter"/>
                <a:ea typeface="Bitstream Charter"/>
                <a:cs typeface="Bitstream Charter"/>
              </a:rPr>
              <a:t>Данните остават в db.json</a:t>
            </a:r>
          </a:p>
        </p:txBody>
      </p:sp>
    </p:spTree>
    <p:extLst>
      <p:ext uri="{BB962C8B-B14F-4D97-AF65-F5344CB8AC3E}">
        <p14:creationId xmlns:p14="http://schemas.microsoft.com/office/powerpoint/2010/main" val="168735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2B131-C77C-49FF-A473-614D6653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AEBD-1EDD-4632-BCBC-BC943E0B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Проектът във Visual Studio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412D0-CBEC-4419-B7B5-A13E224B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81E94-B1F4-4E18-923F-EE86DB40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D4CEA-A8F7-4DE1-9897-C6896ACB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92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1. Нова папка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444F1-C429-4DC8-B932-D73B8E0B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41E54-2721-40B3-9582-41A1CF8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SchoolRestApi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B80E3-36C8-40F4-B4E2-F8EA71B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2. Отваряне във VS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3C46-970F-4B6F-98AC-32E47D3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File &gt; Open Folder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E723-96BD-48DE-B6F9-6C7CDF3B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3. Terminal &gt; New Terminal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4226D-B6A4-451B-A230-32BEF88A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4572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9B45D-3A33-47C5-9EC8-BC39FB2E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ПРОВЕРКА НА NODE.JS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35D4FA-901A-4232-9AC7-D6B31672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4152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node -v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npm -v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74100-4563-4AA7-B417-45D69B1E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4857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48C07-330C-4B00-A53B-9A9BAE87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288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КОМАНДИ В ТЕРМИНАЛА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65853-D020-4B8C-90C8-A02144DC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4438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npm init -y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npm install json-server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8112B-468B-4FC1-9556-63A81E1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48100"/>
            <a:ext cx="4857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A3A2C-4C6C-450F-B190-ADAD8B44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814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Резултат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C07B91-EB32-4060-A747-13AA6A5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62450"/>
            <a:ext cx="4305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Създават се package.json и папка node_modules.</a:t>
            </a:r>
          </a:p>
        </p:txBody>
      </p:sp>
    </p:spTree>
    <p:extLst>
      <p:ext uri="{BB962C8B-B14F-4D97-AF65-F5344CB8AC3E}">
        <p14:creationId xmlns:p14="http://schemas.microsoft.com/office/powerpoint/2010/main" val="797935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6FAFDD-78CF-48F3-BA13-B9303750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4BC17-376E-429A-A267-49E1F675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Файлът db.json и стартиране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5F72C-DA22-459E-8491-067C6472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15812-E0EF-4FC5-8192-A702B67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2BA93-A8E1-48C6-A3F2-419592A9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5429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CBBD4-D926-4C29-80C9-E2D0E2EA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14450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db.json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843BC-5F0D-4509-8A27-5B266106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501015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"posts": [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"id": "1",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"title": "Основи на HTTP",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"body": "Първа публикация",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"userId": "1"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},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"id": "2",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"title": "REST API",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"body": "Втора публикация",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  "userId": "2"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  }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]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0A7FE8-4BC9-4AEC-B8FD-01E024F6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Стартиране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D8EF55-D924-43EB-BCC9-2FE65BF6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66A9D-8FA1-43FE-A68F-CD9346C0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7645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npx json-server db.json --port 3000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019F8-EB73-40C3-A6A3-A11F733E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Проверка в браузър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B06D5D-E2A5-4436-91EE-153ABE19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76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47687-F86B-4253-BE78-DDF93B4F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906B65-A8AE-4A8B-A33D-FE118D1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57750"/>
            <a:ext cx="4762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F602B-CE1D-476C-A50C-6D6A7D8A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53000"/>
            <a:ext cx="430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Оставете терминала отворен по време на упражненията.</a:t>
            </a:r>
          </a:p>
        </p:txBody>
      </p:sp>
    </p:spTree>
    <p:extLst>
      <p:ext uri="{BB962C8B-B14F-4D97-AF65-F5344CB8AC3E}">
        <p14:creationId xmlns:p14="http://schemas.microsoft.com/office/powerpoint/2010/main" val="2003720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559CB-8B06-4170-8F67-C2B1032B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C0FC3-DFD3-4F83-8525-9260C5D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Демонстрация: GET заявка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48969-7BCA-4CD0-8CE4-687815D7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27BB0-6FDB-4416-8014-6E6066D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0268E-34BF-4593-AA23-00067528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382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FF482-0CAC-42E5-BD13-65432D6D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320DA-E01F-48CD-AEF9-D03B4592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38250"/>
            <a:ext cx="885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8B1BC-EA10-45AF-96B7-29666229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409700"/>
            <a:ext cx="843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F8E2A-86B3-4671-95D1-8EE7BD90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28850"/>
            <a:ext cx="4572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277ED-AC43-43F5-B8BF-A0818AC9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ОТГОВОР: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A4FC64-B1D3-404E-B17D-F526560D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529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"1",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"id": "1",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"Основи на HTTP",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"body": "Първа публикация"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3BBAAF-1398-4A90-B90E-52F0613F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288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F3BF8-56F0-4D4D-A693-7ACF6FD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Методът не изисква body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5387E5-00CD-460B-8EBD-45543908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57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383F4-18F8-47A1-A9D3-3AE5F82C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Очакван статус: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B9323-6F3D-4463-8B86-F005D9A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86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36C6A-83AF-4CF8-9616-BE2E2BCF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58140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Получаваме един ресурс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35C405-B8A7-42CD-8EAB-0654245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314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E6C80-0F57-40E5-B7F1-FC8CFE0A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210050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Content-Type е application/json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5C7AD-D940-4213-89C2-92D6CC56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105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Наблюдавайте: Status · Time · Size</a:t>
            </a:r>
          </a:p>
        </p:txBody>
      </p:sp>
    </p:spTree>
    <p:extLst>
      <p:ext uri="{BB962C8B-B14F-4D97-AF65-F5344CB8AC3E}">
        <p14:creationId xmlns:p14="http://schemas.microsoft.com/office/powerpoint/2010/main" val="2057862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5EE21D-3E7E-489D-96BA-9C07FBFA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38C3F-4D85-4D65-9C35-759D81D3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Практическа задача 1: 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0BE8E-D447-4922-A196-85ECBD9F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DD1C7-83BD-4DED-A727-CEE89D47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16E40-DC0A-4090-ABBB-2FFEAF11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Работа по двойки · 7 минути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6E757-267A-42B9-925D-A1E6802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664CB-4435-4295-9BD0-DCA0E758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32A08-55AE-4DD3-A327-BCBE560C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Извлечете всички публикации от /posts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FB47C-516C-4B8C-A52C-4D7DAB3D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DA08A-B0B3-4D5C-A040-FBE4AEE9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660AA-3A71-46A2-A34E-90F838E8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765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Извлечете публикация с id 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7D5AF-E253-48B5-8A6D-9E180CC0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5B1BB-B9A8-45A1-843B-48A1EC83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5CC73-5465-40DE-810B-A8C9EECC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528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Сравнете отговора с данните в db.json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AD5D6-2332-4875-BB90-18F3F997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3E47D-498A-4EA8-9A41-55526E8B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36972E-887C-423D-BF77-0EE82538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Изпратете заявка към /posts/999 и запишете статуса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55E0F-B93A-420F-9E19-F985627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D5467F-1848-47AA-B0E0-0518BEFA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Предайте: URL + статус код + едно наблюдение за отговора</a:t>
            </a:r>
          </a:p>
        </p:txBody>
      </p:sp>
    </p:spTree>
    <p:extLst>
      <p:ext uri="{BB962C8B-B14F-4D97-AF65-F5344CB8AC3E}">
        <p14:creationId xmlns:p14="http://schemas.microsoft.com/office/powerpoint/2010/main" val="190310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FF1DC3-2C01-4DC7-A663-CD5A0A1F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4ECE4-DD22-4E94-B15D-7135452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Филтриране с query parameters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DCA9B3-D591-41E6-BABB-98988CA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94A7E-B40A-4EEF-9BF4-64A598CE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84048-1BC0-476B-BC58-DE5A3CDD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013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D8921-FE2F-4C15-8986-CFB57E76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10420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ЗАЯВКА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AD0B1-8D31-4A7D-AB97-927B4DE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57350"/>
            <a:ext cx="1038225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GET http://localhost:3000/posts?userId=1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DB71B-A26D-48BA-8998-506C244E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0CE80-2D08-45C7-8677-F6935C72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0982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начало на параметрите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FE545-0BFB-4C0A-AAFF-B26B9E07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userId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1033B-D78D-49F1-B15C-3F8EF06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14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име на параметъра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7C350-FB32-4BE4-8E88-88C68642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27119-3B36-42FF-AA50-A9F7ECD6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481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стойност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60B41-E721-4D07-B7C4-939FF7EE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42862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2DC976-BFD7-4215-BC89-4D58265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Мини задача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B3FCF-1153-4796-96C2-29DAFCDB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352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Покажете публикациите на userId=2.</a:t>
            </a:r>
          </a:p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Колко резултата получавате?</a:t>
            </a:r>
          </a:p>
        </p:txBody>
      </p:sp>
    </p:spTree>
    <p:extLst>
      <p:ext uri="{BB962C8B-B14F-4D97-AF65-F5344CB8AC3E}">
        <p14:creationId xmlns:p14="http://schemas.microsoft.com/office/powerpoint/2010/main" val="584557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82178-51A9-4602-8F49-8A05AE6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3A7DE-690D-42A0-9117-4B5B7ED5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Демонстрация: POST заявка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D68B7-58D6-4C79-BE80-BE34142C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52368-7BCD-45C0-93CB-31668360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Край на първия учебен 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D77F96-9E27-46B4-9D24-687F41E6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B23B48-B2C3-413E-AB96-6612B27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88C9-8190-4D4E-9F93-BE8F91D4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857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44507-CA02-4881-A642-41B9885A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371600"/>
            <a:ext cx="815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F6F8F-079C-4ABF-ACA6-5340B1DD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4953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740A7-4A8F-4B81-A182-98F2567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BODY → RAW → JSON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89F97-4B68-45BD-BB7C-8F48077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5339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"Моята публикация",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"body": "Създадена в Postman",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7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9939E-4075-4C70-9704-9077B972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FD9D4-C6A9-4609-8A51-93A0798E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Header: Content-Type: application/json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CC3F57-6604-4FB8-AE22-66BA34BD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19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0A086-FFC8-4DB3-AE33-E83C574D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14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Очакван статус: 201 Created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4AA526-8C90-438F-BCA6-A91B3180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67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B2F2C-4DC2-41BC-9FAF-6C601CFB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Отговорът добавя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79F4CA-14CF-4D8F-ABC9-8E1ACD0B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857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8F174A-D899-466B-8F51-AEAE1162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33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B6A0CC-5A06-4D46-941A-22C21DEB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577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Отворете db.json и вижте новия запис с генерирано id.</a:t>
            </a:r>
          </a:p>
        </p:txBody>
      </p:sp>
    </p:spTree>
    <p:extLst>
      <p:ext uri="{BB962C8B-B14F-4D97-AF65-F5344CB8AC3E}">
        <p14:creationId xmlns:p14="http://schemas.microsoft.com/office/powerpoint/2010/main" val="139355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95EE5-2274-4527-98F4-E97E75F4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CE8A8-C4B6-4D11-8B90-60815DFF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Практическа задача 2: POST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49A89-0DB0-4EEF-AE4C-ED0EDEA7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C8624-592E-42A9-8987-D9A7434E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Начало на втория учебен 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2C087-702E-40C7-8BA2-04E69435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Създайте нова публикация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DC6F7-6052-44EF-AB30-AB386ADB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28A7A-DC2E-493D-ACD6-E74F224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ПРИМЕРНА СТРУКТУРА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99D5A-7A79-45F4-8A14-E14003CA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5295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"Любим език за програмиране",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"body": "Кратко обяснение",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5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8CE0D-7821-441C-86FB-605DA628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90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622ED-3063-474B-B869-CC48D16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859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6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Променете title и body със собствен 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8E37B-FFB9-420E-A82B-4464F708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38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9B525-A526-423B-974F-CDF7538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Проверете изпратения header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9CF30-EB6D-4809-B2B9-0ECC3FB5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861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86E2A3-0FF2-4ABA-A8C1-652BE65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813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Запишете статус кода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A55BF-AABF-4020-A5E2-176AF949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33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E0E105-0561-4201-91DF-72B53A37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Намерете новото id в отговора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92A69-3DDF-4C80-8ABE-63490649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4965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14DC25-C3C9-4056-97CD-DFBB0092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88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Допълнително: премахнете Content-Type и сравнете резултата.</a:t>
            </a:r>
          </a:p>
        </p:txBody>
      </p:sp>
    </p:spTree>
    <p:extLst>
      <p:ext uri="{BB962C8B-B14F-4D97-AF65-F5344CB8AC3E}">
        <p14:creationId xmlns:p14="http://schemas.microsoft.com/office/powerpoint/2010/main" val="551403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6EC27-51BC-4550-9009-B8057FAC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E1F57-967E-48FB-8092-3817D6F4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PUT и PATCH решават различни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A3DDE-C077-4779-BFAE-D5466810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D6258-4F27-4299-ABEE-224B2BC6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D6D7FD-1805-4DD4-B1D4-BA528129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61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2B2374-C9C2-4530-BF8E-D3A8D333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6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DA27C-056E-4E79-B03A-9C3AC37F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35B9A-6AEF-4797-9ABD-52E12DD9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763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95F92-CEAC-4510-A371-E4EE08A2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81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Пълна замяна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B3D6E-52AA-4547-AED3-A7AD8C32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цялото ново представяне на ресурса.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B6AB6-B570-45FC-8891-1DC7AB6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476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1267F8-4218-489C-BBE6-0047A122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057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"id": 1,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"Ново заглавие",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"body": "Нов текст",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1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796455-F977-482E-B4E4-DEBC9C51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Частична промяна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1E98B1-0E8F-4EAE-B110-A15C1222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само полетата, които искаме да променим.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5F300-DDE5-43A9-930A-31B76728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476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12CDF-12A3-44A2-BF6E-2B4A1237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4057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"Само ново заглавие"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D21DA-B4B5-4377-A9A8-386F299E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 двата метода обикновено адресират конкретен ресурс: /posts/1</a:t>
            </a:r>
          </a:p>
        </p:txBody>
      </p:sp>
    </p:spTree>
    <p:extLst>
      <p:ext uri="{BB962C8B-B14F-4D97-AF65-F5344CB8AC3E}">
        <p14:creationId xmlns:p14="http://schemas.microsoft.com/office/powerpoint/2010/main" val="625483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253D4C-ABF7-455E-9537-4C7F357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AE0E0-363F-4295-B4AA-7D3156E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Демонстрация: 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37E2C-AC2B-4D54-A562-F809557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2F9C9-3880-4F48-A480-2C1A12F1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B8AAA-CD49-4E17-B73A-3633C0D7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1A0F9-50DE-4043-8CA3-CC9569C2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E6E03-2E15-43D0-B813-E9DBE307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00150"/>
            <a:ext cx="8667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EC046-82CD-4836-BCCA-C57BDE0E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71600"/>
            <a:ext cx="824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2D77E-36D4-44E2-9FA8-18E3B767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905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13123-0588-4D25-A94D-64754D73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552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BODY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DCE99-E49D-4B7B-96D1-4E9204AD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54864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"id": "1",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"Обновена публикация",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"body": "Цялото съдържание е изпратено",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"1"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89A80-30D6-4B24-A7A8-6E910171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51231C-51ED-4779-B86C-52508FC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всички полета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2E32D-1132-4957-86FB-0FFB59D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81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A74BF-5621-4115-9503-F7F5752D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Очакван статус: 200 OK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D20EF-000E-4C7E-B4F3-BAA9B808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29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8BF44-8991-4F85-B44D-5837E0F6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7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Отговорът показва новото представяне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BCC62-EC51-4BF0-B271-A089446C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3905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DE4CB-E9BD-4E6B-95AD-FA5A2503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52950"/>
            <a:ext cx="3448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Какво може да стане с пропуснато поле?</a:t>
            </a:r>
          </a:p>
        </p:txBody>
      </p:sp>
    </p:spTree>
    <p:extLst>
      <p:ext uri="{BB962C8B-B14F-4D97-AF65-F5344CB8AC3E}">
        <p14:creationId xmlns:p14="http://schemas.microsoft.com/office/powerpoint/2010/main" val="2060263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87F23-F421-45FB-9335-E4195948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1A83E-8652-46FA-A0DB-10F82B87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Практическа задача 3: PATCH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FE066-6F30-4987-8C0F-B1D8CE0F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8DA3D-C0F8-463E-9E16-4D8BC29E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1CF6D-4E0D-4E58-9A95-B2281004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03FA8-7BE9-483D-9AC6-DA63EBB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01F551-F506-4E5B-920B-235706CB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219200"/>
            <a:ext cx="8382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FB26B-3EF4-484B-AD5F-867C5288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390650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CE732-B262-4A5F-9FC4-5528E84F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4A057-7E35-45E0-B041-655FFFEA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1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BODY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C1CFC-8F22-4E66-A9DC-392E1EFF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533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"Променено заглавие"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F598D-68A4-4512-9B76-75E63B98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19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0F460-DDE1-4253-B21C-10C96704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145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Изпратете заявката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31665-1F7D-45AB-AEE6-65969C22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86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BB21D-FD8E-4800-835B-533E3BE9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Проверете статус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8BBBD-46EC-4710-B337-FF06AD3D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528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806035-E059-490C-B857-5EBFEC4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Сравнете полетата в отговора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C1006-416F-4FCF-8B76-676D0CB9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19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4DAB70-1E87-42CC-B4DF-779A1A2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148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Добавете промяна и на body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3BE8C-E680-4E20-B7A0-0CB2FE70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4965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F3C0CD-0A6E-488C-BA7D-AD4545E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Въпрос за обсъждане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03CD6-027E-477A-9FDD-4D3DEE00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Защо PATCH е по-подходящ, когато редактираме само заглавието?</a:t>
            </a:r>
          </a:p>
        </p:txBody>
      </p:sp>
    </p:spTree>
    <p:extLst>
      <p:ext uri="{BB962C8B-B14F-4D97-AF65-F5344CB8AC3E}">
        <p14:creationId xmlns:p14="http://schemas.microsoft.com/office/powerpoint/2010/main" val="20639515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998640-2830-4598-926A-FBE16DAD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25517-6B6B-4BBE-88CA-DB275C5C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DELETE премахва конкретен ресурс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1E326-B7FA-4429-A291-9AEB6C0E5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FE039-F172-4246-ADA0-B0F77E74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A651B-53CF-4F2F-B9DE-B7A4E03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905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81CB2-EA09-4CBC-86B2-DA605832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413D1-9566-449A-AEEB-02452481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57300"/>
            <a:ext cx="828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B5C9F-4998-48CA-9BFE-3B56026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428750"/>
            <a:ext cx="7867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http://localhost:3000/posts/1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2B67D-E0F6-4886-91D8-78E8B2F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В Postman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51EB0-795F-4320-87FE-F28DE181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19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02765-E3E6-4AE7-88F8-14343C75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Не добавяме body за този пример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F2F2E-522B-45C6-B92C-99C6894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9145B-8F4F-452B-8115-E30ADDC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Изпращаме заявката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98E8A-58FD-43B5-8545-FA4FCCA9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54141-6F65-4B7F-843F-9DCF15F2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Проверяваме статус и response body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81A7A-C5FF-4998-90D5-09367473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48958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815FB-DFDB-45BF-8D2F-810C41FA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Очакван резултат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15DA0-A9EB-4C1B-B41A-CAFB88B3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051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200 OK или 204 No 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3AEE7-C33A-4C7F-AF3C-4EB676B5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338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Записът изчезва от db.json.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0F453-B6DE-4A3C-BD0D-8CE92EDA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48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След DELETE изпратете GET към същото id.</a:t>
            </a:r>
          </a:p>
        </p:txBody>
      </p:sp>
    </p:spTree>
    <p:extLst>
      <p:ext uri="{BB962C8B-B14F-4D97-AF65-F5344CB8AC3E}">
        <p14:creationId xmlns:p14="http://schemas.microsoft.com/office/powerpoint/2010/main" val="16965929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BAFC8-B54A-4379-A33F-F7D56E61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5F57D9-109F-4734-BCF9-8F080D2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Headers и body носят различна информация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A0E55-7C41-42C8-A6F2-4C11B26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A459A-CE7A-4EA8-82FE-1A2496BA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9C61B-3BA2-42EA-92AD-E5EB21DB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Headers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E7859-A343-4D57-BE03-E4C8248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Метаданни за заявката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BA8F4-7530-4828-B2B4-79A4E4F4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EE2C9-3B3C-4E0E-8007-4C0DA47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4533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Content-Type: application/json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Accept: application/json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Authorization: Bearer &lt;token&gt;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294AC-5A75-4063-B3C5-F62047D4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2382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Body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B12FD-190A-4B2E-A4D5-C61F3F2A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145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Данните, които изпращаме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2836F-964E-42BD-AE8A-B17E5892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4572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32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1FE67-B0E7-43EC-80CC-EA0EC1C3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57450"/>
            <a:ext cx="41529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"title": "Нова публикация",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  "userId": 4</a:t>
            </a:r>
          </a:p>
          <a:p xmlns:a="http://schemas.openxmlformats.org/drawingml/2006/main">
            <a:pPr algn="l">
              <a:def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E6EDF7"/>
                </a:solidFill>
                <a:latin typeface="Bitstream Charter"/>
                <a:ea typeface="Bitstream Charter"/>
                <a:cs typeface="Bitstream Charter"/>
              </a:rPr>
              <a:t>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6CB87-25E0-429E-B30B-3797B1A1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325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6CBF9-B4CF-4FA7-81D5-4796A290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67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GET обикновено няма body. POST, PUT и PATCH често изпращат body.</a:t>
            </a:r>
          </a:p>
        </p:txBody>
      </p:sp>
    </p:spTree>
    <p:extLst>
      <p:ext uri="{BB962C8B-B14F-4D97-AF65-F5344CB8AC3E}">
        <p14:creationId xmlns:p14="http://schemas.microsoft.com/office/powerpoint/2010/main" val="31958942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52B6CC-A25D-42CC-9237-614C26A0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37CCA-85DF-4574-A850-4EAF902A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Статус кодът обобщава резултата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DA2DE-4C3D-4622-BB65-7F2CF2B5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06B6D4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52E84-E9E4-459A-8C8B-573B0D5C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BC11B-4868-4422-BFDE-5FF6F8A1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47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4B32C-4B6B-4C6C-B139-988FED61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6A34A"/>
                </a:solidFill>
                <a:latin typeface="Bitstream Charter"/>
                <a:ea typeface="Bitstream Charter"/>
                <a:cs typeface="Bitstream Charter"/>
              </a:rPr>
              <a:t>2xx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44E9F-9C25-49DB-AC62-162DF0D3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4859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Успех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F3F37-14CE-40FC-8DB0-EF9257A6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431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200 OK · 201 Created · 204 No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42736-2C85-4EB9-BEAA-2B345782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1047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E2EF4-1912-4BA0-AB14-1E924E72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F59E0B"/>
                </a:solidFill>
                <a:latin typeface="Bitstream Charter"/>
                <a:ea typeface="Bitstream Charter"/>
                <a:cs typeface="Bitstream Charter"/>
              </a:rPr>
              <a:t>4xx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7DC48-0AE9-4CED-84D0-11CD0838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Проблем в заявката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BFA8C-BA91-4C8E-80A1-D529989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400 Bad Request · 401 Unauthorized · 404 Not Found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64CD35-0277-4499-B405-2A1B857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0477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BF208-DBCD-43D5-A496-E7A9E687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23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DC2626"/>
                </a:solidFill>
                <a:latin typeface="Bitstream Charter"/>
                <a:ea typeface="Bitstream Charter"/>
                <a:cs typeface="Bitstream Charter"/>
              </a:rPr>
              <a:t>5xx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A0C80-AD93-43F2-A7BC-64594A05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434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Проблем в сървъра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D4C626-4E54-42EE-979E-61D01976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006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500 Internal Server Error · 503 Service 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BF148A-8178-4410-9C5C-BF8113AD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Първо проверяваме status, след това анализираме body.</a:t>
            </a:r>
          </a:p>
        </p:txBody>
      </p:sp>
    </p:spTree>
    <p:extLst>
      <p:ext uri="{BB962C8B-B14F-4D97-AF65-F5344CB8AC3E}">
        <p14:creationId xmlns:p14="http://schemas.microsoft.com/office/powerpoint/2010/main" val="16923054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686B06-C91A-4E92-9A8B-2371A7B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07A6F-EFB2-4A70-B373-EDA0983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Обобщаваща практика: Posts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96332-8076-45FB-8444-3041A5E0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A85D0-3F94-4DFC-A19D-F745BD16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E8B8B-4AB0-4A0F-95FB-4B288141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Екипи по двама · 12 минути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DFDC0-C716-459C-8B42-91B22B85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F9D709-8E4F-47C3-9208-E26156EC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287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964E7-563D-4037-BC74-E5019B4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81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D6ED0-77AE-4904-803A-3034FAA3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600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06163-77A0-44EB-BBA2-D30D805D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811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Вземете post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45E3D-9CB8-4314-926A-DC4D2B06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573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status + body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9158F-3289-42A6-97C3-89CF0E60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D4656-9320-487B-877D-4B7A3B96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669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FA608-A188-41AC-905C-C301093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193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21B23-3D1A-4C2C-B5D0-501989DB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4384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407B6-93B2-4A58-A6CC-FD805C75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193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Създайте нов post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EBBCB-C648-4861-82A5-C4C91A08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status + body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12B7D-2B3B-4ECC-AC0E-1E93691A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09C432-A64B-4376-B485-4FFC6BB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051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6B2C4-2349-48AE-ABA7-5C17D4BD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5C191-CD96-4576-A28C-422E29F6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C23C0-9E5E-4DA8-BCCC-A20934F7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Променете title на post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2FF94C-0C90-4F31-B8A4-C4027FF0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status + body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DCA65-937E-473D-B23E-9EC145CE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33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B49A98-93B0-40CB-91E1-A2BDF1D1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45B2F5-9E4C-4654-AB17-E7A5CB36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6B4B5-3951-49F9-B989-71A66149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148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DELETE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0557D2-8BCC-4DEA-B533-757FB9EB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957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Изтрийте post 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322DD-D3F2-412F-BD6E-17AFB8DF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status + body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11F312-6C76-4B2F-80A3-0090DBA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1047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741C07-5B1C-497C-9875-7C2C67C8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 всяка заявка запишете: метод, URL, body, status и кратко заключение.</a:t>
            </a:r>
          </a:p>
        </p:txBody>
      </p:sp>
    </p:spTree>
    <p:extLst>
      <p:ext uri="{BB962C8B-B14F-4D97-AF65-F5344CB8AC3E}">
        <p14:creationId xmlns:p14="http://schemas.microsoft.com/office/powerpoint/2010/main" val="3631323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46F6EB-B2BC-43C6-8141-0AC265B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645F-5387-4AD5-8BF7-C187553B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Проверка в края на часа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340C9-65E5-4B08-BF0C-192740B0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7C3AED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7698F-E2E9-4507-A4A6-0B0E46E6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3F16-1092-45CD-AA37-EA1B0F64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1A988-8BE9-4ECD-AD11-41AC39D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86260-664C-4398-92BB-39C07899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1811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Кой метод използваме за четене?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E2667-AA29-4B21-B146-6F45C1F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257300"/>
            <a:ext cx="325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33F64-9856-49D2-B9B0-4E2EBA65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954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Отговор: 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7109AE-4DF2-4C86-BE2F-D9C57EF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CD852-0467-4659-8C37-96A237CC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DCB4A-B2B1-4ED4-A6CE-41B7CC81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764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Кой статус очакваме при успешно създаване?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DB44B-12AF-4F3E-ACEC-DFD57082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25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66D61-A286-418F-B8FB-2B741A90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907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Отговор: __________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BED24-F57B-4B13-87B8-726C7A2B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577CA-516C-4AC1-BBDE-42C5E5E34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7EF53A-4CA6-419B-8435-DCE658BD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718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Кой метод променя само избрани полета?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9E591-9791-418A-B3B7-A8123AF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48000"/>
            <a:ext cx="325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619957-211D-4402-9A29-71918487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861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Отговор: __________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4281C-04DE-43EC-B838-7505162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ACAE33-DAD4-4902-8612-667AE06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EF75A-4D0C-40CC-9016-944F84BC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67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Къде задаваме application/json?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95631-B503-4911-84D7-B253336C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43350"/>
            <a:ext cx="325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15B380-8D63-40C0-ACA3-63D1980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814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Отговор: __________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CB1F0C-3CB6-4BD5-BF5F-BEF44451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E6C17-8C78-4DDB-A98F-CD260A3A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0AC26-DBAA-4712-9D23-BC2F89B6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Какво означава 404?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BC79E2-B552-429F-96F7-FE70B25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38700"/>
            <a:ext cx="3257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7514F8-322A-4406-98D3-59FFA2F3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768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Отговор: __________</a:t>
            </a:r>
          </a:p>
        </p:txBody>
      </p:sp>
    </p:spTree>
    <p:extLst>
      <p:ext uri="{BB962C8B-B14F-4D97-AF65-F5344CB8AC3E}">
        <p14:creationId xmlns:p14="http://schemas.microsoft.com/office/powerpoint/2010/main" val="19465236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5AAEC-5509-4EA9-99C7-C5350EAD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CCB9C-8A17-4974-AD68-3DA186A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Подготовка за следващите два часа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894C0-41BF-4E53-915D-F579A33C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066C9-1165-4A41-A0DC-AF4C0A14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Интернет програмиране · Учебна практика · 12. клас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4E004-500D-44C0-AD09-6D9D2BF7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Запазете колекцията HTTP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CA034-82EF-4735-9D8D-A1C1AE74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881F6-CC4B-478A-B994-6678CE89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977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Подредете заявките в папки GET, POST, PUT, PATCH и DELETE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2550F-17DC-4DEA-AECA-E15181CD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668E9-EBCC-413D-87F4-D18F800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977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Добавете кратко описание към всяка заявка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018E0-4661-4AC0-887D-C4EBF1EE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6B6D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03CE0-37AF-4CF9-8352-8C5E0334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977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82230"/>
                </a:solidFill>
                <a:latin typeface="Bitstream Charter"/>
                <a:ea typeface="Bitstream Charter"/>
                <a:cs typeface="Bitstream Charter"/>
              </a:rPr>
              <a:t>Експортирайте колекцията като JSON файл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BA44F-F348-4ED0-B00F-C0690161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5156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A1DFF-787C-4A83-B70C-022E1FF8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2563EB"/>
                </a:solidFill>
                <a:latin typeface="Bitstream Charter"/>
                <a:ea typeface="Bitstream Charter"/>
                <a:cs typeface="Bitstream Charter"/>
              </a:rPr>
              <a:t>Следващия път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386B5-067E-4BB0-AFE1-60F2D254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0233F"/>
                </a:solidFill>
                <a:latin typeface="Bitstream Charter"/>
                <a:ea typeface="Bitstream Charter"/>
                <a:cs typeface="Bitstream Charter"/>
              </a:rPr>
              <a:t>Параметри, headers, променливи, тестове и автоматична проверка в Postman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6991C-4D45-4DD9-BA4C-BB960D92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4748B"/>
                </a:solidFill>
                <a:latin typeface="Bitstream Charter"/>
                <a:ea typeface="Bitstream Charter"/>
                <a:cs typeface="Bitstream Charter"/>
              </a:rPr>
              <a:t>Изходен билет: кой метод ви се струва най-неясен и защо?</a:t>
            </a:r>
          </a:p>
        </p:txBody>
      </p:sp>
    </p:spTree>
    <p:extLst>
      <p:ext uri="{BB962C8B-B14F-4D97-AF65-F5344CB8AC3E}">
        <p14:creationId xmlns:p14="http://schemas.microsoft.com/office/powerpoint/2010/main" val="774379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2026-09-27T16:56:31.2830000Z</dcterms:created>
  <dcterms:modified xsi:type="dcterms:W3CDTF">2026-09-27T16:56:31.2840000Z</dcterms:modified>
</coreProperties>
</file>