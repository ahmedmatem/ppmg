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 used)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6527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>
            <a:outerShdw sx="100000" sy="100000" kx="0" ky="0" algn="bl" rotWithShape="0" blurRad="76200" dist="25400" dir="2700000">
              <a:srgbClr val="000000">
                <a:alpha val="22000"/>
              </a:srgbClr>
            </a:outerShdw>
          </a:effectLst>
        </p:spPr>
        <p:txBody>
          <a:bodyPr wrap="square" lIns="4445" tIns="4445" rIns="4445" bIns="444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9–10
</a:t>
            </a:r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Валидация, edge cases и грешки + Code Review работилница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• .NET 8 • EF Core
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Цели:
</a:t>
            </a:r>
            <a:endParaRPr lang="en-US" sz="3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валидираме входа (ModelState + DataAnnotations) и да документираме поведението.</a:t>
            </a:r>
            <a:endParaRPr lang="en-US" sz="3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мислим за edge cases (липсващи записи, конфликтни състояния, празни входове).</a:t>
            </a:r>
            <a:endParaRPr lang="en-US" sz="3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правим code review по чеклист: четимост, логика, коментари и документация.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6355080"/>
            <a:ext cx="10652760" cy="329184"/>
          </a:xfrm>
          <a:prstGeom prst="roundRect">
            <a:avLst/>
          </a:prstGeom>
          <a:solidFill>
            <a:srgbClr val="0F2F52"/>
          </a:solidFill>
          <a:ln w="12700">
            <a:solidFill>
              <a:srgbClr val="0F2F52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Фокус: качествена обработка на грешки + ясно документирано поведение за потребителя.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покрием в тези 2 урока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40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Валидация и грешки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 и ModelState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връщаме при грешка (BadRequest / NotFound)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Документиране на ограничения и edge cases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Borrow/Return сценарии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234440"/>
            <a:ext cx="528523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10: Code Review работилница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гледаме в review (код + документация)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за коментари и XML docs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„лош“ vs „добър“ PR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Review Report + поправки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9–10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Къде се случва валидирането?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идея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BFF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(браузър)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 за потребителя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Бърза обратна връзка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е достатъчно само по себе си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43400" y="1234440"/>
            <a:ext cx="3611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(ModelState)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 + ModelState.IsValid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Грешки във 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0" y="1234440"/>
            <a:ext cx="3502152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слой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правила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/ конфликтни състояния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 (enum) или exception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36208"/>
            <a:ext cx="10716768" cy="3291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валидираме на сървъра винаги; клиентската валидация е бонус.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Валидация: клиент • MVC • service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DataAnnotations (пример)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669280" cy="347472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с валидация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36776"/>
            <a:ext cx="5669280" cy="44256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  <a:effectLst>
            <a:outerShdw sx="100000" sy="100000" kx="0" ky="0" algn="bl" rotWithShape="0" blurRad="38100" dist="17780" dir="2700000">
              <a:srgbClr val="000000">
                <a:alpha val="16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System.ComponentModel.DataAnnotations;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BorrowVm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[Required(ErrorMessage = "Име на ученик е задължително.")]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[StringLength(80, MinimumLength = 2)]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StudentName { get; set; } = "";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[Range(1, int.MaxValue)]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BookId { get; set;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6135624"/>
            <a:ext cx="56692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ModelState.IsValid да хваща празни/къси/невалидни стойности.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37960" y="1234440"/>
            <a:ext cx="491947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 използва в Controller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Методът приема BorrowVm (model binding).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(!ModelState.IsValid) → return View(model).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ValidationSummary/ValidationMessageFor.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слой пази бизнес правилата.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 + ModelState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Документиране на MVC action-и (XML docs)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989320" cy="347472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Borrow action (с документирано поведение)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36776"/>
            <a:ext cx="5989320" cy="44256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  <a:effectLst>
            <a:outerShdw sx="100000" sy="100000" kx="0" ky="0" algn="bl" rotWithShape="0" blurRad="38100" dist="17780" dir="2700000">
              <a:srgbClr val="000000">
                <a:alpha val="16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Borrows a book for a student.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&lt;/summary&gt;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&lt;param name="model"&gt;Borrow form data.&lt;/param&gt;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&lt;returns&gt;View on validation failure; Redirect on success; NotFound if missing.&lt;/returns&gt;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Borrow(BorrowVm model)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(!ModelState.IsValid)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View(model);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await _borrowService.BorrowAsync(model.BookId, model.StudentName);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 == BorrowResult.BookNotFound)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NotFound();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 == BorrowResult.AlreadyBorrowed)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ModelState.AddModelError("", "Книгата вече е заета.");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View(model);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RedirectToAction(nameof(Index));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6135624"/>
            <a:ext cx="59893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Документацията описва резултатите и граничните случаи.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03720" y="1234440"/>
            <a:ext cx="455371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задължително да опишем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изречение: какво прави action-ът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Какъв вход очаква (model/param)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връща при успех (View/Redirect)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връща при грешка (NotFound/BadRequest)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Важни бизнес правила (ако са ключови)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Документация: action-и + резултати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Edge cases – какво проверяваме?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40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(заемане)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 не е валиден (0/отрицателно)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Книгата не съществува (NotFound)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StudentName е празно/твърде кратко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Книгата вече е заета (AlreadyBorrowed)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Конкурентност (две заявки едновременно)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234440"/>
            <a:ext cx="528523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(връщане)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Книгата не съществува (NotFound)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Книгата не е заета (невалидно действие)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BorrowRecord липсва/несъответства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 връщане (идемпотентност)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Ясно съобщение към потребителя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checklist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Как връщаме грешки в MVC?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806440" cy="347472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(NotFound) + Edit (ModelState)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36776"/>
            <a:ext cx="5806440" cy="44256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  <a:effectLst>
            <a:outerShdw sx="100000" sy="100000" kx="0" ky="0" algn="bl" rotWithShape="0" blurRad="38100" dist="17780" dir="2700000">
              <a:srgbClr val="000000">
                <a:alpha val="16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Details(int 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book = await _db.Books.FindAsync(id);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(book is null) return NotFound();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View(book);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[HttpPost]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Edit(BookEditVm model)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(!ModelState.IsValid)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View(model);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update + save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RedirectToAction(nameof(Index));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6135624"/>
            <a:ext cx="58064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NotFound/BadRequest за ресурс/параметър; ModelState за грешки във формата.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20840" y="1234440"/>
            <a:ext cx="473659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Бърза ориентация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ModelState → показваш грешки във View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 → липсва ресурс (id)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BadRequest → невалидно действие/параметър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ModelState.AddModelError → потребителско съобщение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резултат (enum) → по-лесно тестване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 / BadRequest / ModelState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9: Практическо упражнение (10–15 мин)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71676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„Borrow/Return с валидация и ясно поведение“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DataAnnotations към BorrowVm (Required, StringLength, Range).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if (!ModelState.IsValid) → return View(model) + покажи грешките.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върни резултат (enum) за BookNotFound / AlreadyBorrowed / Success.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обработи всеки резултат (NotFound / ModelState error / Redirect).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XML docs към action-а: поведение при успех и при грешки.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716768" cy="329184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CE7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Критерий: потребителят вижда точна грешка и знае какво да поправи.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10: Code Review – защо и как?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Въведение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40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правим review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Откриваме грешки рано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Уеднаквяваме стил и качество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Подобряваме четимост и документация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Споделяме знания в екипа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234440"/>
            <a:ext cx="528523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гледаме (накратко)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Ясни имена и малки методи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логика в service слоя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Коректни резултати при грешки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 само за „защо“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docs и README да са актуални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10: Чеклист за review (код + документация)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40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качество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Имена: клас/метод/променлива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Контролерът е „тънък“ (SRP)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дублиране/магически стойности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Ясно поведение при грешки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закоментиран код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234440"/>
            <a:ext cx="5285232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docs: summary/param/returns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docs описват резултатите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setup/run са точни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слоеве и правила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Коментари: „защо“, не „как“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checklist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10: Пример – „лош“ vs „добър“ код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623560" cy="347472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Преди (контролер с логика + излишни коментари)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36776"/>
            <a:ext cx="5623560" cy="4773168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  <a:effectLst>
            <a:outerShdw sx="100000" sy="100000" kx="0" ky="0" algn="bl" rotWithShape="0" blurRad="38100" dist="17780" dir="2700000">
              <a:srgbClr val="000000">
                <a:alpha val="16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Return(int 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return book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 = await _db.Books.FindAsync(id);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 == null) return RedirectToAction("Index");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if not borrowed do nothing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(!b.IsBorrowed) return RedirectToAction("Index");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b.IsBorrowed = false; //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_db.SaveChanges(); // save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RedirectToAction("Index");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37960" y="1234440"/>
            <a:ext cx="4919472" cy="347472"/>
          </a:xfrm>
          <a:prstGeom prst="roundRect">
            <a:avLst/>
          </a:prstGeom>
          <a:solidFill>
            <a:srgbClr val="2E6BFF"/>
          </a:solidFill>
          <a:ln>
            <a:solidFill>
              <a:srgbClr val="2E6BFF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След (service резултат + ясно поведение)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1636776"/>
            <a:ext cx="4919472" cy="44256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  <a:effectLst>
            <a:outerShdw sx="100000" sy="100000" kx="0" ky="0" algn="bl" rotWithShape="0" blurRad="38100" dist="17780" dir="2700000">
              <a:srgbClr val="000000">
                <a:alpha val="16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Task&lt;IActionResult&gt; Return(int 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(id &lt;= 0) return BadRequest();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await _borrowService.ReturnAsync(id);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 switch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ReturnResult.BookNotFound =&gt; NotFound(),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ReturnResult.NotBorrowed =&gt; BadRequest("Book is not borrowed."),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ReturnResult.Success =&gt; RedirectToAction(nameof(Index)),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 =&gt; StatusCode(500)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6135624"/>
            <a:ext cx="49194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По-малко „шума“ в контролера → по-лесно тестване и review.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10: Review Report + работилница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30175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406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 (какво попълваме)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е добро (3 bullets)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Проблеми (мин. 5): файл + причина + решение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Несъответствия в документацията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Приоритет: must fix vs nice to have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234440"/>
            <a:ext cx="5285232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sx="100000" sy="100000" kx="0" ky="0" algn="bl" rotWithShape="0" blurRad="38100" dist="17780" dir="2700000">
              <a:srgbClr val="000000">
                <a:alpha val="12000"/>
              </a:srgbClr>
            </a:outerShdw>
          </a:effectLst>
        </p:spPr>
        <p:txBody>
          <a:bodyPr wrap="square" lIns="2794" tIns="2794" rIns="2794" bIns="2794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Работилница (20–25 мин)
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Разменете: 1 Controller + 1 Service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мин: review по чеклист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мин: Review Report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мин: приложи 2–3 „must fix“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Финал: провери IntelliSense + обнови docs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36208"/>
            <a:ext cx="10716768" cy="3291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Домашно (по избор): добави 1 допълнителен edge case и го опиши в &lt;remarks&gt;.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9–10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72200" y="6601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2026-01-22T08:48:23Z</dcterms:created>
  <dcterms:modified xsi:type="dcterms:W3CDTF">2026-01-22T08:48:23Z</dcterms:modified>
</cp:coreProperties>
</file>