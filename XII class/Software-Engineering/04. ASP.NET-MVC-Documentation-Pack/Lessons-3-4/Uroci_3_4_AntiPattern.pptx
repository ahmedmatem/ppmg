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49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3–4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• Коментари и документация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3: Анти-патерни при коментиране и “рефакторинг вместо коментар”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4: XML Documentation (///) и IntelliSense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607040" cy="2926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 на тези два урока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24612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разпознаваме лоши коментари и да ги заменяме с по-добър код (рефакторинг) 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започнем “истинска” документация в C# чрез XML doc коментари (///), които се виждат в IntelliSense.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• Софтуерно инженерство • 12 клас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правим днес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3: Анти-патерни при коментарите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Коментари, които повтарят кода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Закоментиран код (“гробище”)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Коментари, които лъжат / остаряват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“Magic numbers/strings” без контекст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Упражнение: рефакториране на контролер + по 1 смислен NOTE</a:t>
            </a:r>
            <a:endParaRPr lang="en-US" sz="22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4: XML Documentation (///)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 тагове: &lt;summary&gt;, &lt;param&gt;, &lt;returns&gt;, &lt;remarks&gt;, &lt;exception&gt;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се пише: Services и публични API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Упражнение: документиране на 5 метода + проверка в IntelliSense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Съвет: снимай си чеклистите – ще ги ползваме и по-нататък.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Анти-патерни при коментиране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разпознаем коментар, който вреди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Повтаря кода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“return View()”, “set value”, “gets books”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Остарява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Кодът се променя, коментарът остава стар → подвежда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Скрива проблем в дизайна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е рефакторинг (име/метод/клас), не коментар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Закоментиран код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Версионирането (Git) пази историята – не е нужно в кода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numbers/strings без контекст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се заменят с константа/enum, или се обяснява “защо”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10972800" cy="5029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5156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за часа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64922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Първо рефакторинг. Коментар добавяме само ако остава “защо/правило/ограничение”.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Анти-патерн #1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Коментари, които повтарят очевидното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40680" cy="51206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298448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Лош пример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36192"/>
            <a:ext cx="4983480" cy="463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IActionResult 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all books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 of books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view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40680" cy="51206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0" y="1298448"/>
            <a:ext cx="4983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По-добре (без излишни коментари)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536192"/>
            <a:ext cx="4983480" cy="463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IActionResult 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6355080"/>
            <a:ext cx="10881360" cy="365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0120" y="64922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Извод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6858000"/>
            <a:ext cx="104241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коментарът може да се махне без загуба на смисъл → махаме го.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Анти-патерн #2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Закоментиран код и “TODO без контекст”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6280" y="822960"/>
            <a:ext cx="10972800" cy="2926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44880" y="8503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Лош пример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61288"/>
            <a:ext cx="10515600" cy="2441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TODO: fix later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// old logic below: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// if (user == null) { ... 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/*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DoSomething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// HACK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don't touch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51522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правим вместо това?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Изтриваме закоментирания код (Git пази историята)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има TODO → описваме: какво липсва + защо е важно + какъв е следващият ход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“HACK” само ако е временно и ясно обяснено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5806440"/>
            <a:ext cx="10972800" cy="7772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5156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за добър TODO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6087575"/>
            <a:ext cx="10515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(Sprint 2): Добави проверка за роли преди Borrow, защото следва да се ограничи до librarian.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Suggested: use ASP.NET Identity + [Authorize(Roles="Librarian")].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Анти-патерн #3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numbers/strings (и кога коментар е оправдан)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669280" cy="5212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34416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Лош пример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81912"/>
            <a:ext cx="5212080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3 means borrowed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 long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257800" cy="5212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675120" y="134416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По-добре (enum/const + “защо”)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581912"/>
            <a:ext cx="4800600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BookStatus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Available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BookStatus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// Title length is limited by the UI layout (card size).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TitleMaxLength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TitleMaxLength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Коментарът “защо 40?” е полезен, ако има причина (UI/изискване/договор).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(Урок 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Рефакторинг вместо коментари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преобразувай “дебел” контролер → тънък контролер + service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0972800" cy="30632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 код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810512"/>
            <a:ext cx="105156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borrow book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borrowed do nothing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borrowed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Изисквания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Създай IBorrowService + BorrowService (логиката вътре)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да съдържа само: валидация на вход + извикване на service + резултат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Махни излишните коментари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1 смислен NOTE коментар в service (за бизнес правило)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Време: 15–20 мин. Работете по двойки.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Documentation (///) в C#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800100"/>
            <a:ext cx="10972800" cy="8229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51560" y="843663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е това?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201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 са специални коментари (///), които IDE използва, за да показва документация в IntelliSense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да генерира XML файл с описание на публичния код.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83339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е най-важно да се пише?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(бизнес логика) – най-ценната документация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Публични API методи (контролери, ако са Web API)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Класове/интерфейси, които ще се използват от други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да съдържа?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прави (summary)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означават параметрите (param)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връща (returns)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Ключови правила/ограничения (remarks)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Изключения (exception) – само ако реално се хвърлят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документацията да е кратка, точна и да не повтаря очевидното.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тагове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Най-полезните 5 тагa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57607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&lt;summary&gt;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изречения какво прави методът</a:t>
            </a:r>
            <a:endParaRPr lang="en-US" sz="22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&lt;param&gt;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на параметъра (не повтаря името)</a:t>
            </a:r>
            <a:endParaRPr lang="en-US" sz="22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&lt;returns&gt;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означава резултатът</a:t>
            </a:r>
            <a:endParaRPr lang="en-US" sz="22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&lt;remarks&gt;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правила, ограничения, edge cases</a:t>
            </a:r>
            <a:endParaRPr lang="en-US" sz="220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&lt;exception&gt;</a:t>
            </a:r>
            <a:endParaRPr lang="en-US" sz="2200" dirty="0"/>
          </a:p>
          <a:p>
            <a:pPr marL="508000" indent="-5080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документира хвърляни exceptions (service слой)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0" y="1143000"/>
            <a:ext cx="5303520" cy="53949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629400" y="125272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490472"/>
            <a:ext cx="4846320" cy="4910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/// &lt;summary&gt;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/// Attempts to borrow a book for a student.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/// &lt;/summary&gt;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/// &lt;param name="bookId"&gt;Book identifier.&lt;/param&gt;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/// &lt;param name="studentName"&gt;Student full name.&lt;/param&gt;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/// &lt;returns&gt;True if borrowed; otherwise false.&lt;/returns&gt;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/// &lt;remarks&gt;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/// Rule: A book can be borrowed only when IsBorrowed is false.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/// &lt;/remarks&gt;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включим генериране на XML документация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59058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.csproj добави: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&lt;GenerateDocumentationFile&gt;true&lt;/GenerateDocumentationFile&gt;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build → ще се генерира XML файл в output директорията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(bin/Debug/net8.0/...)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0972800" cy="192024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1560" y="280720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.csproj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044952"/>
            <a:ext cx="105156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PropertyGroup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TargetFramework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net8.0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TargetFramework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GenerateDocumentationFile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GenerateDocumentationFile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PropertyGroup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00600"/>
            <a:ext cx="10972800" cy="13258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51560" y="4937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3035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Във Visual Studio: напиши “///” над публичен метод → IDE предлага шаблон.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задръж мишката над метода (или Ctrl+Space) → виждаш документацията в IntelliSense.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(Урок 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Документирай service слой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Добави XML docs към 5 метода и провери IntelliSense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Минимални изисквания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Всеки метод има &lt;summary&gt;, &lt;param&gt;, &lt;returns&gt;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Поне 2 метода имат &lt;remarks&gt; (бизнес правило / ограничение)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хвърляш exception → добави &lt;exception&gt;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на учителя IntelliSense tooltip на 2 метода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Сравни: дали документацията съвпада с реалното поведение?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972800" cy="23317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51560" y="4407408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4645152"/>
            <a:ext cx="10515600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Идеи за методи: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// CreateBookAsync, UpdateBookAsync, GetBookByIdAsync, BorrowAsync, ReturnAsync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Съвет: “param” да описва смисъла, не да повтаря името.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// Пример: "studentName" → "Student full name (First and Last)."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грешки и мини-чеклист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67512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грешки (Урок 3)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коментари вместо да оправим имената/структурата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Оставяме закоментиран код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Оставяме TODO без конкретика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грешки (Урок 4)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е твърде общо: “Does stuff”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повтаря името: “bookId – book id”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се описва без реално хвърляне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документацията не се обновява след промяна на кода</a:t>
            </a:r>
            <a:endParaRPr lang="en-US" sz="2000" dirty="0"/>
          </a:p>
          <a:p>
            <a:pPr marL="228600" indent="-2286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Мини-чеклист за домашно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Махни 5 излишни коментара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2 remarks с бизнес правила</a:t>
            </a:r>
            <a:endParaRPr lang="en-US" sz="2000" dirty="0"/>
          </a:p>
          <a:p>
            <a:pPr marL="508000" indent="-5080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 2 метода в IntelliSense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6080760"/>
            <a:ext cx="10972800" cy="5943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0D6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1560" y="611276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мисъл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6425903"/>
            <a:ext cx="10515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Най-добрата документация е точна и кратка – и винаги следва кода.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Бележки за учителя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 да се изтрие преди даване на ученици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109728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Очаквано решение (Урок 3)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BorrowController → извиква BorrowService.BorrowAsync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BorrowService проверява: book exists? not borrowed? studentName not empty?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success: IsBorrowed = true + нов BorrowRecord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коментар за бизнес правилото (едно изречение)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Оценяване (формативно)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Коментари: -1 т. за “очевиден” коментар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docs: +1 т. за смислен remarks, +1 т. за точен returns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Бърза проверка в час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Питай: “Къде е бизнес логиката?” – очаквано: в service</a:t>
            </a:r>
            <a:endParaRPr lang="en-US" sz="1800" dirty="0"/>
          </a:p>
          <a:p>
            <a:pPr marL="508000" indent="-5080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IntelliSense на 2 метода (на проектор)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Съвет: ако времето не стига, изнеси “Настройка” слайда като домашно.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1670</Words>
  <Application>Microsoft Office PowerPoint</Application>
  <PresentationFormat>Widescreen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XII 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Ahmed Ahmed</cp:lastModifiedBy>
  <cp:revision>5</cp:revision>
  <dcterms:created xsi:type="dcterms:W3CDTF">2026-01-14T20:34:13Z</dcterms:created>
  <dcterms:modified xsi:type="dcterms:W3CDTF">2026-01-16T10:35:09Z</dcterms:modified>
</cp:coreProperties>
</file>