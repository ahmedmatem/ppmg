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6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60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5: Документация на MVC actions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6: XML docs файл + Swagger demo (малък API контролер)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1185855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57784" y="2798064"/>
            <a:ext cx="73152" cy="3273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на тези два урока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072865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 документираме правилно действия (actions) в MVC: какво правят, вход, изход, edge cases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 включим генериране на XML документация файл и да я използваме в инструменти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 направим малък Web API контролер и да видим документацията в Swagger UI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покрием в тези 2 урока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Очаквани резултати (след урок 6):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Пишем XML docs за actions така, че да помагат (summary, param, returns, remarks)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Описваме поведението при NotFound/BadRequest и важните бизнес правила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Включваме GenerateDocumentationFile и намираме генерирания .xml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Правим demo API контролер и виждаме описанията в Swagger UI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5410048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57784" y="4215384"/>
            <a:ext cx="73152" cy="2039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 (45 мин)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495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Какво се документира в action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Вход/изход и резултати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Примери + упражнение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8728" y="4160520"/>
            <a:ext cx="5410048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33592" y="4215384"/>
            <a:ext cx="73152" cy="2039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07328" y="43891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 (45 мин)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7328" y="4800600"/>
            <a:ext cx="495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XML docs файл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 + XML коментари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 API demo + упражнение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5: Какво документираме в MVC action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57784" y="1060704"/>
            <a:ext cx="73152" cy="5010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Документирай това, което не е очевидно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757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Каква е целта на action-а (UI страница / обработка на форма)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Какви параметри очаква (id, query, form model)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Какво връща: View / Redirect / NotFound / BadRequest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Какво става при липсващи данни (null, невалиден id)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Къде е бизнес правилото (обикновено в service)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005840"/>
            <a:ext cx="5432908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10732" y="1060704"/>
            <a:ext cx="73152" cy="2313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84468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 шаблон (за actions)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4468" y="1645920"/>
            <a:ext cx="49757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&lt;summary&gt;: какво прави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&lt;param&gt;: какво означава параметърът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&lt;returns&gt;: View/Redirect/NotFound...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&lt;remarks&gt;: важни правила/ограничения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5868" y="3611880"/>
            <a:ext cx="5432908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310732" y="3666744"/>
            <a:ext cx="73152" cy="2404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прави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84468" y="4251960"/>
            <a:ext cx="49757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описвай очевидното ("връща view")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повтаряй името на метода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лъжи: ако поведението се промени - обнови docs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слагай бизнес логика в Controller само за да я "документираш"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Документиран action (Details)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303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79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(без полезна документация)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79282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Details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5868" y="1005840"/>
            <a:ext cx="5432908" cy="5303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75908" y="1234440"/>
            <a:ext cx="479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(XML docs + ясно поведение)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75908" y="1600200"/>
            <a:ext cx="479282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/// &lt;summary&gt;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/// Shows the details page for a single book.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/// &lt;/summary&gt;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/// &lt;param name="id"&gt;Book identifier.&lt;/param&gt;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/// &lt;returns&gt;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/// Book details view, or NotFound when the book does not exist.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/// &lt;/returns&gt;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Details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is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POST action (валидиране + redirect)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5394960" cy="16093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11620" y="795528"/>
            <a:ext cx="73152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6766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е важно да се опише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060704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 невалиден ModelState: връщаме същата форма (View)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 успех: Redirect към Details/Index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Ако има бизнес правило: в &lt;remarks&gt;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83112" cy="4023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86968" y="2345436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Документиран POST Create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105430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/// &lt;summary&gt;Creates a new book.&lt;/summary&gt;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/// &lt;param name="model"&gt;Form data for the book.&lt;/param&gt;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/// &lt;returns&gt;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/// Returns the Create view again when validation fails;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/// otherwise redirects to Details for the new book.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/// &lt;/returns&gt;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BookCreateVm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_bookService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(10-12 мин): Документирай 3 actions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364263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02920" y="1740022"/>
            <a:ext cx="54864" cy="37555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364263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Избери 3 actions (пример: Index, Details, Create POST)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Добави XML docs (summary/param/returns)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В &lt;returns&gt; опиши NotFound/валидиране/redirect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В &lt;remarks&gt; добави 1 бизнес правило (ако има)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Изход: commit или скрийншот на IntelliSense tooltip.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0919" y="777240"/>
            <a:ext cx="6647857" cy="5532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715216" y="886969"/>
            <a:ext cx="479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 код (за документация)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2012" y="1255215"/>
            <a:ext cx="5926724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items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_bookService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Details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	_bookService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is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BookCreateVm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_bookService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6: Включване на XML документация файл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12064" y="1645920"/>
            <a:ext cx="45719" cy="375170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правим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7570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Включваме GenerateDocumentationFile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Билдваме проекта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Намираме .xml файла в output папката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Проверяваме: има ли &lt;member&gt; записи за нашите docs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005840"/>
            <a:ext cx="5432908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75908" y="1234440"/>
            <a:ext cx="479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csproj (пример)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75908" y="1600200"/>
            <a:ext cx="47928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PropertyGroup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TargetFramework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net8.0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TargetFramework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GenerateDocumentationFile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GenerateDocumentationFile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PropertyGroup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3840480"/>
            <a:ext cx="543290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255868" y="4252404"/>
            <a:ext cx="45719" cy="169563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84468" y="40690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е XML файлът?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84468" y="4480560"/>
            <a:ext cx="497570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Обикновено тук: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bin/Debug/net8.0/&lt;ProjectName&gt;.xml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Забележка: ако липсва - направи Build и провери Output.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demo: свързваме XML docs към Swagger UI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02920" y="1722268"/>
            <a:ext cx="54864" cy="38795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Стъпки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7570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Добави пакета Swashbuckle.AspNetCore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AddSwaggerGen + IncludeXmlComments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app.UseSwagger(); app.UseSwaggerUI();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Направи API контролер (малък)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Провери описанията в Swagger 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005840"/>
            <a:ext cx="5432908" cy="5303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75908" y="1234440"/>
            <a:ext cx="4792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(важната част)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75908" y="1600200"/>
            <a:ext cx="479282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AddEndpointsApiExplorer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AddSwaggerGen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xml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$"{System.Reflection.Assembly.GetExecutingAssembly().GetName().Name}.xml"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path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BaseDirectory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xml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IncludeXmlComments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UseSwagger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UseSwaggerUI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API контролер: /api/books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045952" cy="584301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11232" y="722021"/>
            <a:ext cx="85518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A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BooksApiController.cs (пример)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9391" y="882041"/>
            <a:ext cx="1104595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AspNetCore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"api/books"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BooksApiController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ControllerBase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IBookService _books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BooksApiController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IBookService 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_books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&lt;summary&gt;Returns all books.&lt;/summary&gt;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GetAll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_books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&lt;summary&gt;Returns a single book by id.&lt;/summary&gt;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&lt;param name="id"&gt;Book identifier.&lt;/param&gt;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&lt;returns&gt;Ok(book) or NotFound when missing.&lt;/returns&gt;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"{id:int}"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_books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 is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(12-15 мин): Swagger + XML docs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02920" y="1645920"/>
            <a:ext cx="54864" cy="40091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7570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Включи GenerateDocumentationFile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Добави Swagger конфигурацията (Program.cs)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Направи BooksApiController с 2 endpoints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Добави XML docs към endpoints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Стартирай проекта и отвори /swagger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Изход: screenshot на Swagger UI, където се вижда description от XML docs.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005840"/>
            <a:ext cx="5432908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210149" y="1331650"/>
            <a:ext cx="45719" cy="15713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84468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4468" y="1645920"/>
            <a:ext cx="49757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в Swagger не се виждат описания: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провери дали .xml файлът се генерира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провери пътя в IncludeXmlComments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направи Clean + Build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5868" y="3520440"/>
            <a:ext cx="5432908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55868" y="4003829"/>
            <a:ext cx="45719" cy="18483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84468" y="37490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Мини-разширение (ако остане време)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84468" y="4160520"/>
            <a:ext cx="497570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endpoint: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/api/books/available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което връща само незаети книги.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Опиши правилото в &lt;remarks&gt;.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проблеми и как да ги избегнем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32908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02920" y="1713390"/>
            <a:ext cx="54864" cy="378215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7570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Документация, която повтаря името на метода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Липса на поведение при NotFound/BadRequest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Бизнес правила в controller вместо в service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Непоследователни returns (различни paths)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005840"/>
            <a:ext cx="5432908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flipH="1">
            <a:off x="6255868" y="1819656"/>
            <a:ext cx="54864" cy="3675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84468" y="123444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docs + Swagger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4468" y="1645920"/>
            <a:ext cx="497570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GenerateDocumentationFile не е включено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Неправилен път към XML файла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Документираш private методи, но пропускаш public API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Docs остаряват - обновявай при промени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за домашно/проверка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686032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flipH="1">
            <a:off x="502920" y="1722268"/>
            <a:ext cx="54864" cy="38884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Бърза самопроверка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122883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Документирах ли поне 3 actions с summary/param/returns?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Описах ли edge case: NotFound или невалиден ModelState?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Има ли бизнес правило в &lt;remarks&gt; (където е нужно)?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Генерира ли се XML файл в bin/Debug/net8.0?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В Swagger UI виждам ли описанията от XML docs?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Дръж docs близо до кода и ги обновявай при всяка промяна.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 на уроци 5-6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Бележки за учителя (по желание)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в дискусията: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6860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flipH="1">
            <a:off x="502920" y="2221992"/>
            <a:ext cx="54864" cy="340645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122883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 MVC action documentation целта е: какво се случва при различни входове (успех/грешка), не да повтаряме кода.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Дай пример с ModelState.IsValid: "връщам формата" vs "redirect".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 demo е само за да видят "жива" документация - подчертавай връзката XML docs -&gt; UI.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 проблеми със Swagger: първо провери .xml файла, после IncludeXmlComments path.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Възможна мини-дискусия: кои endpoints/actions са най-важни за документация в реален проект?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5-6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1962</Words>
  <Application>Microsoft Office PowerPoint</Application>
  <PresentationFormat>Widescreen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Ahmed Ahmed</cp:lastModifiedBy>
  <cp:revision>12</cp:revision>
  <dcterms:created xsi:type="dcterms:W3CDTF">2026-01-15T20:16:18Z</dcterms:created>
  <dcterms:modified xsi:type="dcterms:W3CDTF">2026-01-15T20:32:51Z</dcterms:modified>
</cp:coreProperties>
</file>