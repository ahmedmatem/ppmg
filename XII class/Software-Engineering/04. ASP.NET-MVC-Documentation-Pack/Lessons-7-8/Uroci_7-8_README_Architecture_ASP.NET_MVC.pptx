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4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https://learn.microsoft.com/en-us/dotnet/core/tools/dotnet-restore (dotnet restore)
- https://learn.microsoft.com/en-us/dotnet/core/tools/dotnet-run (dotnet run)
- https://learn.microsoft.com/en-us/ef/core/managing-schemas/migrations/applying (dotnet ef database update)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https://learn.microsoft.com/en-us/aspnet/core/mvc/controllers/areas?view=aspnetcore-10.0 (описва конвенционалното разделяне на компоненти по папки в ASP.NET Core MVC проекти)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https://learn.microsoft.com/en-us/aspnet/core/mvc/controllers/areas?view=aspnetcore-10.0 (MVC проектите използват конвенции и папки за разделяне на компоненти)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N/A (original teaching material)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7–8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22415" y="164592"/>
            <a:ext cx="5166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· README + Архитектура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и архитектурна документация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пишем документация, която реално помага на друг човек да стартира и разбере проекта.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536432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67512" y="298094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 (45 мин)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3401568"/>
            <a:ext cx="4961992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README като „инструкция за стартиране“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Какво задължително съдържа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Примерен шаблон + упражнение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7" y="2834640"/>
            <a:ext cx="536432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324448" y="2834640"/>
            <a:ext cx="73152" cy="3474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89040" y="298094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 (45 мин)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25616" y="3401568"/>
            <a:ext cx="4961992" cy="2761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1-странична архитектура на проекта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Слоеве: Controllers → Services → Data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Бизнес правила + структура на папките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Софтуерно инженерство · 12 клас · Модул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Уроци 7–8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ще можем след тези 2 урока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8978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73152" cy="5303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04088" y="1152144"/>
            <a:ext cx="55686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Очаквани резултати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572768"/>
            <a:ext cx="5495544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Пишеш README с ясни стъпки за Setup/Run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Описваш конфигурация (DB, connection string, env)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Добавяш примери за използване (2–3 сценария)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Правиш 1-странична архитектура: слоеве + правила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Имаш чеклист за самопроверка преди предаване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005840"/>
            <a:ext cx="4739335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949440" y="1005840"/>
            <a:ext cx="73152" cy="5303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114032" y="1152144"/>
            <a:ext cx="44101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Работен процес (10 мин „златно правило“)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50608" y="1572768"/>
            <a:ext cx="4336999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Стартирай проекта по README „на чисто“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Ако някоя стъпка липсва → добави я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Ако структурата е неясна → обнови architecture.md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Кратко: какво/как/защо (без излишни думи)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Архитектура = част от качеството на проекта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7: README — какво е и за кого 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4681728" cy="34747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67512" y="987552"/>
            <a:ext cx="43525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= инструкция за старт + ориентация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73152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67512" y="1563624"/>
            <a:ext cx="10856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Кой го чете?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1984248"/>
            <a:ext cx="10783519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Съученик, който трябва да стартира проекта за 5 мин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Учител при оценяване (setup/run + демонстрация)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„Бъдещият ти“ след 2 месеца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536432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73152" cy="2606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67512" y="366674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НЕ е…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4087368"/>
            <a:ext cx="4961992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Пълна техническа документация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Обяснение ред по ред на кода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„История“ на проекта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Списък със случайни команди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4448" y="3520440"/>
            <a:ext cx="5364328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324448" y="3520440"/>
            <a:ext cx="73152" cy="2606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89040" y="366674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ТРЯБВА да…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5616" y="4087368"/>
            <a:ext cx="4961992" cy="1892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Казва какво прави проектът (1–2 изречения)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Казва как се стартира (step-by-step)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Казва какво се конфигурира (DB, env)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Дава 2–3 кратки примера за употреба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Фокус: яснота и възпроизводимост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7: Минимален README шаблон (за ASP.NET MVC)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31860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73152" cy="5440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04672" y="1152144"/>
            <a:ext cx="498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Задължителни секции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572768"/>
            <a:ext cx="4916272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Project Title + Overview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(3–5 bullets)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 Stack (MVC, EF Core, SQLite)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 &amp; Run (команди + URL)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Configuration (connection string)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 Usage (2–3 сценария)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Issues / Limitations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 Improvements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70168" y="1005840"/>
            <a:ext cx="531860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70168" y="1005840"/>
            <a:ext cx="73152" cy="5440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99351" y="1125488"/>
            <a:ext cx="498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Чести пропуски (и как да ги избегнем)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1336" y="1572768"/>
            <a:ext cx="4916272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Липсва .NET версия → добави Requirements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Липсва DB setup → добави миграции/seed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„Works on my machine“ → тествай на чисто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Липсват примерни данни → опиши минимален сценарий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Липсва порт/URL → добави точен адрес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ако съученик не може да стартира проекта → README не е готов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7: Пример „Setup &amp; Run“ (готово за копиране)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85855" cy="29260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67512" y="1325880"/>
            <a:ext cx="109728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32104" y="1289304"/>
            <a:ext cx="106920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→ Setup &amp; Run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0664" y="1645920"/>
            <a:ext cx="10710367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Setup &amp;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Requirements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.NET SDK 8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Steps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Restore packages: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dotnet restore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Apply database migrations: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dotnet ef database update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Run the app: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dotnet run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Open: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http://localhost:xxxx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536432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4160520"/>
            <a:ext cx="73152" cy="2148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7512" y="430682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да го провериш (2 мин)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4088" y="4727448"/>
            <a:ext cx="4961992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Изтрий bin/obj (по желание)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Стартирай по README от терминала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Ако има грешка → добави липсващата стъпка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24448" y="4160520"/>
            <a:ext cx="5364328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324448" y="4160520"/>
            <a:ext cx="73152" cy="2148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89040" y="430682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Добър тон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25616" y="4727448"/>
            <a:ext cx="4961992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Пиши кратко и конкретно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Използвай номерирани стъпки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оставяй „…“ без обяснение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Командите трябва да са официалните (.NET CLI / EF Core tools)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7: Упражнение (10–12 мин) — Напиши README за SchoolLibrary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03504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73152" cy="5440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32104" y="1152144"/>
            <a:ext cx="5705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572768"/>
            <a:ext cx="5632704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Създай/обнови README.md в корена на проекта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Добави: Overview, Features, Tech Stack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Добави: Setup &amp; Run (команди + URL)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Добави: Configuration (къде е connection string)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Добави: Example Usage (2–3 кратки сценария)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Добави: Limitations + Future Improvements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005840"/>
            <a:ext cx="4647895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040880" y="1005840"/>
            <a:ext cx="73152" cy="5440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242048" y="1152144"/>
            <a:ext cx="431871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Чеклист (самопроверка)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2048" y="1572768"/>
            <a:ext cx="4245559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Може ли съученик да стартира проекта?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Посочена ли е .NET версия?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ли DB стъпка (миграции/seed)?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Ясно ли е кой URL/порт да се отвори?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ли 2–3 сценария за употреба?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ли ограничения и идеи за развитие?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помоли друг ученик да следва README без да питa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8: Архитектурна документация (1 страница)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4242816" cy="34747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67512" y="987552"/>
            <a:ext cx="39136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ориентация за нов човек за 3 мин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585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73152" cy="2057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67512" y="1563624"/>
            <a:ext cx="10856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включва?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088" y="1984248"/>
            <a:ext cx="10783519" cy="1344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Слоеве и отговорности (Controllers / Services / Data / Views)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Папки и къде живее бизнес логиката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ключови бизнес правила (в кратък списък)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(По избор) кратка диаграма/схема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5364328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73152" cy="2697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67512" y="389534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Какво НЕ включва?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" y="4315968"/>
            <a:ext cx="4961992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Дълги обяснения ред по ред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Пълни UML диаграми (за училищен мини-проект)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Списък с всички класове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История на решенията от 20 страници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24448" y="3749040"/>
            <a:ext cx="5364328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324448" y="3749040"/>
            <a:ext cx="73152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89040" y="3895344"/>
            <a:ext cx="5035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Къде да стои?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25616" y="4315968"/>
            <a:ext cx="4961992" cy="1984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/docs/architecture.md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Линк към него в README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Поддържа се при промени в структурата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Минимална архитектура = по-малко въпроси и по-лесна поддръжка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8: Слоеве и отговорности (пример за SchoolLibrary)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67512" y="1527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7512" y="18288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вход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валидира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извиква services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8960" y="1764792"/>
            <a:ext cx="228600" cy="320040"/>
          </a:xfrm>
          <a:prstGeom prst="rightArrow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060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502152" y="1527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02152" y="18288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логика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764792"/>
            <a:ext cx="228600" cy="320040"/>
          </a:xfrm>
          <a:prstGeom prst="rightArrow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6172200" y="1417320"/>
            <a:ext cx="26060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36792" y="1527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36792" y="18288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DbContext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0" y="1764792"/>
            <a:ext cx="228600" cy="320040"/>
          </a:xfrm>
          <a:prstGeom prst="rightArrow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9006840" y="1417320"/>
            <a:ext cx="260604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25400" dist="1524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171432" y="152704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71432" y="1828800"/>
            <a:ext cx="22768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формуляри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валидиране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788920"/>
            <a:ext cx="111858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02920" y="2788920"/>
            <a:ext cx="73152" cy="3291840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67512" y="2935224"/>
            <a:ext cx="10856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за чист дизайн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" y="3355848"/>
            <a:ext cx="10783519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Controllers НЕ съдържат бизнес логика (само координация)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Services съдържат правилата (напр. borrow/return)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съдържа достъпа до базата (EF Core)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Views се грижат за UI и показване на validation errors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Слоевете правят проекта по-лесен за четене и тестване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8: Примерен docs/architecture.md (кратък и полезен)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85855" cy="47091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11827"/>
            </a:solidFill>
            <a:prstDash val="solid"/>
          </a:ln>
          <a:effectLst>
            <a:outerShdw blurRad="508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667512" y="1325880"/>
            <a:ext cx="1097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32104" y="1289304"/>
            <a:ext cx="1069207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docs/architecture.md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0664" y="1645920"/>
            <a:ext cx="10710367" cy="4050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Architecture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Layers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Controllers: validate input and coordinate requests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Services: business logic (borrow/return rules)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Data: EF Core DbContext + entities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Views: UI and validation messages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Folder Structure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/Controllers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/Services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/Data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/Models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/Views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Key Business Rules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 book can be borrowed only when IsBorrowed ==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Returning sets ReturnedOn and IsBorrowed = false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StudentName is required for borrowing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Дръж го до 1 страница. Цел: ориентация, не енциклопедия.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8: Упражнение (12–15 мин) — Напиши 1-странична архитектура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617220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73152" cy="5440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32104" y="1133856"/>
            <a:ext cx="5843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572768"/>
            <a:ext cx="5769864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Създай /docs/architecture.md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Опиши слоевете (Controllers/Services/Data/Views)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Опиши структурата на папките (само важните)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Добави 3–5 бизнес правила (за проекта ти)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Добави линк към документа в README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1005840"/>
            <a:ext cx="4510735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7178040" y="1005840"/>
            <a:ext cx="73152" cy="5440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507224" y="1152144"/>
            <a:ext cx="41815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 диаграма (ASCII вариант)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79208" y="1572768"/>
            <a:ext cx="4108399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(Views)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↑  ↓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↓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(DbContext)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опиши „къде се намира бизнес логиката“ с 1 изречение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Бърза проверка (преди предаване)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531860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73152" cy="5440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67512" y="1152144"/>
            <a:ext cx="498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чеклист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572768"/>
            <a:ext cx="4916272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Setup &amp; Run е точен и пълен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.NET версия и изисквания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DB стъпка (ако има база)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2–3 сценария за употреба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Има Limitations + Future Improvements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70168" y="1005840"/>
            <a:ext cx="531860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370168" y="1005840"/>
            <a:ext cx="73152" cy="54406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534760" y="1152144"/>
            <a:ext cx="49894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чеклист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1336" y="1572768"/>
            <a:ext cx="4916272" cy="4727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До 1 страница (четима)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Слоеве и отговорности са ясни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Папките отговарят на текста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3–5 бизнес правила са описани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README има линк към документа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Цел: друг човек да разбере и стартира проекта без да пита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Финал: мини задачи за самостоятелна работа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11858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73152" cy="4572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67512" y="1243584"/>
            <a:ext cx="10856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Домашно (15–20 мин)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088" y="1664208"/>
            <a:ext cx="10783519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Помоли съученик да стартира проекта по README (без да помага).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Запиши къде се затрудни и поправи README.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Добави 1 „Known issue“ (реално ограничение) + 1 „Future improvement“.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Обнови architecture.md, ако си преместил логика/папки.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85216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Готово!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Следващи уроци: валидиране, edge cases и code review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5848" y="6611112"/>
            <a:ext cx="559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1680</Words>
  <Application>Microsoft Office PowerPoint</Application>
  <PresentationFormat>Widescreen</PresentationFormat>
  <Paragraphs>229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XII class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Ahmed Ahmed</cp:lastModifiedBy>
  <cp:revision>4</cp:revision>
  <dcterms:created xsi:type="dcterms:W3CDTF">2026-01-21T07:35:27Z</dcterms:created>
  <dcterms:modified xsi:type="dcterms:W3CDTF">2026-01-21T10:21:27Z</dcterms:modified>
</cp:coreProperties>
</file>