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39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https://unsplash.com/photos/laptop-displays-the-ai-code-editor-website-wjFOjA2zXy8 (background photo, accessed 2026-01-13)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https://www.flaticon.com/free-icon/documentation_9746449 (icon “Documentation”, Flaticon/Awicon; accessed 2026-01-13)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itle_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822960" y="10058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1–2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16459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Четим код vs коментари · Видове коментари и стил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ASP.NET Core MVC · 12 клас · Софтуерно инженерство (Модул 3)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303520"/>
            <a:ext cx="5212080" cy="1005840"/>
          </a:xfrm>
          <a:prstGeom prst="roundRect">
            <a:avLst/>
          </a:prstGeom>
          <a:solidFill>
            <a:srgbClr val="0B1F3A">
              <a:alpha val="80000"/>
            </a:srgbClr>
          </a:solidFill>
          <a:ln w="12700">
            <a:solidFill>
              <a:srgbClr val="0B1F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9728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5715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пишем код, който се чете лесно — и да използваме коментари/документация само там, където добавят стойност.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покрием в тези 2 урока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Очаквани резултати (след урок 2):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972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Различаваме: коментар, документация (XML docs), README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Прилагаме правилото: „кодът показва как“, а „документацията казва защо“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Рефакторираме лоши имена/структура вместо да „обясняваме“ с коментари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кратки, полезни коментари: правило, причина, edge case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Класифицираме коментари: полезен/вреден и предлагаме подобрение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00600"/>
            <a:ext cx="5440680" cy="15544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7280" y="49377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 (45 мин)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5285232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Четим код vs коментари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Разлика: коментари / документация / README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рефакторинг без коментари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4800600"/>
            <a:ext cx="4919472" cy="1554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208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 (45 мин)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5285232"/>
            <a:ext cx="45262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Видове коментари и стил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TODO/NOTE: как да са конкретни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класифициране и поправка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6547104"/>
            <a:ext cx="609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 3 · Софтуерно инженерство (12 клас)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5848" y="6547104"/>
            <a:ext cx="5547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1–2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1: Четим код vs коментари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Основен фокус: четимост чрез имена и структура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868680"/>
            <a:ext cx="292608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92354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Ключова идея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 да добавиш коментар — опитай да направиш кода по-ясен.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97280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97280" y="21488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значи „четим код“ (на практика)?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10424160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Ясни имена (методи, променливи, класове)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Кратки методи с една отговорност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Извлечена бизнес логика в Service слой (в MVC)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Минимални странични ефекти и ясни guard checks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10972800" cy="23317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 е подходящ коментар?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572000"/>
            <a:ext cx="10424160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обяснява „защо“ (reasoning) или бизнес правило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описва edge case / ограничение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предупреждава за нежелан страничен ефект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Когато е временен (TODO) — и е конкретен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8640" y="6547104"/>
            <a:ext cx="609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5848" y="6547104"/>
            <a:ext cx="5547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Четимост преди коментар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 vs Документация vs README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живее информацията и за кого 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36118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960120"/>
            <a:ext cx="109728" cy="5349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Коментари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737360"/>
            <a:ext cx="2971800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Вътре в кода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 „защо“, правило, edge case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Кратки и точни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 повтарят кода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Не „обясняват“ лоши имена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36118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109728" cy="5349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0" descr="/mnt/data/doc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16152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4960" y="1161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00600" y="1737360"/>
            <a:ext cx="2971800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XML docs (///) за публични API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Показва се в IntelliSense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Описва параметри/резултат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Подходяща за Services и публични методи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38160" y="960120"/>
            <a:ext cx="3685032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8138160" y="960120"/>
            <a:ext cx="109728" cy="5349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8458200" y="1161288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58200" y="1737360"/>
            <a:ext cx="3044952" cy="4370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Файл README.md в проекта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 се стартира приложението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Конфигурация (DB, env)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Примери за употреба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issues / Future improvements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" y="6291072"/>
            <a:ext cx="11000232" cy="502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1097280" y="6391656"/>
            <a:ext cx="10469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„Кодът показва как. Документацията казва защо.“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„Коментар“ срещу „по-добро име“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махаме излишния коментар, като направим кода самопоясняващ се.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197864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 (лоши имена + излишни коментари)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07492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0" y="1197864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 (ясни имена + ясни guard checks)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5440680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BooksController.cs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4983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borrow book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found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borrowed do nothing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 borrowed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559552" cy="48006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37960" y="171907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BooksController.cs (refactor)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10235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is already </a:t>
            </a: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		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borrowed."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nameof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Въпрос: кое подобрение идва от коментарите и кое — от имената/структурата?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1 (10–12 мин): Рефакторинг без коментари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868680"/>
            <a:ext cx="5394960" cy="5715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97280" y="9875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4846320" cy="1295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Преименувай метод/параметри/променливи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 "магическите" имена с nameof(...)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Премахни очевидните коментари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Остави само 1 коментар, ако има правило/причина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767328"/>
            <a:ext cx="5394960" cy="2651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39593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2519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Ако усещаш нужда да напишеш коментар „какво прави редът“ → вероятно името/структурата са лоши.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31457" y="868680"/>
            <a:ext cx="5991735" cy="57150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629400" y="1033272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 код (за рефакторинг)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97283" y="1371600"/>
            <a:ext cx="5297309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BorrowController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Controller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readonly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AppDbContext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BorrowController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 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_db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borrow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bg-BG" sz="1400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	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Изход: комит/запазен файл „before“ и „after“ + 2 изречения: какво подобрихте.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Обсъждане: Как разбираме, че кодът е по-четим?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(бърза самооценка):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55321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109728" cy="5212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14300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856232"/>
            <a:ext cx="4892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Методът има ясна цел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Guard checks са видими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Няма „магически“ стрингове за имена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Излишните коментари са премахнати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542239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109728" cy="5212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720840" y="1435608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1856232"/>
            <a:ext cx="478231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Методът се казва с глагол (Borrow/Return)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Параметрите казват какво са (bookId)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Променливите не са x/b/tmp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Чете се като изречение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Обсъдете: кои коментари махнахте — и защо вече не са нужни?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2: Видове коментари и стил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Фокус: полезни коментари и избягване на вредните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Днес тренираме: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10972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Кога да използваме // и кога (рядко) /* */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пишем TODO/NOTE така, че да са изпълними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разпознаем вредни коментари (дублиране, лъжа, шум)</a:t>
            </a:r>
            <a:endParaRPr lang="en-US" sz="1800" dirty="0"/>
          </a:p>
          <a:p>
            <a:pPr marL="205740" indent="-205740">
              <a:spcAft>
                <a:spcPts val="54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класифициране + поправка върху реални C# примери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11000232" cy="237744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4343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4681728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Коментарът е успешен, когато спестява време на бъдещия читател (вкл. на теб след 2 месеца).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Видове коментари (C#) и кога ги ползваме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960120"/>
            <a:ext cx="5532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960120"/>
            <a:ext cx="109728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43000" y="116128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(едноредов)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581912"/>
            <a:ext cx="48920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Използвай за кратко „защо“ или правило.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причина за проверка, edge case, ограничение.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960120"/>
            <a:ext cx="542239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00800" y="960120"/>
            <a:ext cx="109728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720840" y="1161288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... */ (многоредов)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1581912"/>
            <a:ext cx="478231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Рядко. Само когато описваш блок логика/алгоритъм или бизнес правило, което не личи от кода.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55321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22960" y="3337560"/>
            <a:ext cx="109728" cy="2971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43000" y="353872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59352"/>
            <a:ext cx="489204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Добър TODO = какво + защо + критерий за готово.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TODO: Add paging (pageSize=20) to avoid loading 10k rows.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TODO: fix later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337560"/>
            <a:ext cx="5422392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400800" y="3337560"/>
            <a:ext cx="109728" cy="2971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720840" y="3538728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/ HACK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3959352"/>
            <a:ext cx="478231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важно допълнение за читателя.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HACK: временно решение — обясни риска и плана за премахване.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ако можеш да замениш коментар с по-добро име → правиш името, не коментара.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Примери: полезен vs вреден коментар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Сравни: какво добавя стойност и какво е „шум“.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39496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60120" y="119786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Вреден (дублира кода)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143000"/>
            <a:ext cx="5559552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00800" y="1197864"/>
            <a:ext cx="5285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Полезен („защо“/правило)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554480"/>
            <a:ext cx="5440680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97280" y="171907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Set IsBorrowed to true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Save changes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559552" cy="205740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37960" y="171907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1 (подобрение)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1023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Business rule: a book can be borrowed only once at a time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 is already </a:t>
            </a:r>
            <a:r>
              <a:rPr lang="bg-BG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borrowed."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749040"/>
            <a:ext cx="5394960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0120" y="380390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Вреден (очевидно)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749040"/>
            <a:ext cx="5559552" cy="3200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400800" y="3803904"/>
            <a:ext cx="52852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По-добре (guard + причина)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4160520"/>
            <a:ext cx="5440680" cy="1920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97280" y="43251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663440"/>
            <a:ext cx="4983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Get user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If user is null, 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559552" cy="1920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37960" y="432511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2 (подобрение)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663440"/>
            <a:ext cx="510235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Guard: missing user =&gt; 404 is correct response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ако изтриеш коментара, ще загубиш ли важна информация?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2 (10 мин): Класифицирай коментарите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Инструкция: за всяко твърдение A–F отбележи: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Полезен или вреден?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Защо?</a:t>
            </a:r>
            <a:endParaRPr lang="en-US" sz="1600" dirty="0"/>
          </a:p>
          <a:p>
            <a:pPr marL="182880" indent="-182880">
              <a:spcAft>
                <a:spcPts val="48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би го подобрил/заменил (име, извличане на метод, TODO формулировка)?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3128" y="1993392"/>
            <a:ext cx="11000232" cy="47548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7280" y="1993392"/>
            <a:ext cx="10451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за класификация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1054303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A) returns the view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// B) Business rule: max 3 active borrows per student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activeBorrows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BadRequest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// C) TODO: Add paging (pageSize=20) to avoid loading 10k rows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// D) if x is null 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NotFound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// E) HACK: temporary workaround for legacy IDs (remove after migration)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normalizedId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TrimStart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// F) This method gets books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IActionResult GetBooks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View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2Б (10 мин): Поправи „вредния“ код/коментари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направи кода самопоясняващ се и остави само стойностни коментари.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6583680" cy="5440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97280" y="13990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 код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737360"/>
            <a:ext cx="6126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IActionResult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Borrow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book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not found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borrowed do nothing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TODO: fix later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IsBorrowed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_db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RedirectToAction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"Index"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43800" y="1234440"/>
            <a:ext cx="4279392" cy="5440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818120" y="137160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Твоите стъпки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18120" y="1719072"/>
            <a:ext cx="3730752" cy="138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Подобри имената: id→bookId, s→studentName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Смени Redirect при липса с NotFound() или показване на грешка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Премахни очевидните коментари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да стане конкретен или да изчезне</a:t>
            </a:r>
            <a:endParaRPr lang="en-US" sz="1400" dirty="0"/>
          </a:p>
          <a:p>
            <a:pPr marL="160020" indent="-160020">
              <a:spcAft>
                <a:spcPts val="42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 1 полезен коментар за правило/причина (ако има)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 алгоритъм: „Да пиша ли коментар?“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1036015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234440" y="1234440"/>
            <a:ext cx="9720072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508760" y="1435608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Мога ли да подобря името?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16752" y="2020824"/>
            <a:ext cx="164592" cy="27432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234440" y="2221992"/>
            <a:ext cx="9720072" cy="8229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508760" y="2423160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Мога ли да извлека метод/клас?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16752" y="3008376"/>
            <a:ext cx="164592" cy="27432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34440" y="3209544"/>
            <a:ext cx="9720072" cy="8229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508760" y="3410712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Мога ли да премахна „магия“ (nameof, константа)?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16752" y="3995928"/>
            <a:ext cx="164592" cy="27432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234440" y="4197096"/>
            <a:ext cx="9720072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508760" y="4398264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Остава ли важно „защо“/правило/edge case?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16752" y="4983480"/>
            <a:ext cx="164592" cy="274320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234440" y="5184648"/>
            <a:ext cx="9720072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508760" y="5385816"/>
            <a:ext cx="9235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Пиша кратък коментар (или TODO конкретен).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5989320"/>
            <a:ext cx="9720072" cy="50292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508760" y="608990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Идеята: коментарът е последната стъпка, не първата.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0972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Примерни отговори (за учителя)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1109441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Упражнение 2: класификация (A–F)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Възможен ключ (има място за аргументация):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553212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9728" cy="5257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143000" y="1435608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Класификация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856232"/>
            <a:ext cx="489204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❌ Вреден (дублира кода)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✅ Полезен (бизнес правило)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✅ Полезен TODO (конкретен)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❌ Вреден (очевидно)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✅ Полезен HACK (има причина)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❌ Вреден (празно твърдение)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234440"/>
            <a:ext cx="5422392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00800" y="1234440"/>
            <a:ext cx="109728" cy="5257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720840" y="1435608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подобрим вредните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20840" y="1856232"/>
            <a:ext cx="4782312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махни коментара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направи guard-а ясен (is null)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преименувай метода (ListBooks/Index)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Идея: „обяснението“ да е в имената.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6419088"/>
            <a:ext cx="11000232" cy="34747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51560" y="6483096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Бележка: приемай различни решения, ако са аргументирани и водят до по-четим код.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2115</Words>
  <Application>Microsoft Office PowerPoint</Application>
  <PresentationFormat>Widescreen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XII 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Уроци 1–2: Четим код vs коментари · Видове коментари и стил</dc:title>
  <dc:subject>ASP.NET MVC: Comments &amp; Documentation (Lessons 1–2)</dc:subject>
  <dc:creator>ChatGPT</dc:creator>
  <cp:lastModifiedBy>Ahmed Ahmed</cp:lastModifiedBy>
  <cp:revision>2</cp:revision>
  <dcterms:created xsi:type="dcterms:W3CDTF">2026-01-13T16:07:30Z</dcterms:created>
  <dcterms:modified xsi:type="dcterms:W3CDTF">2026-01-13T16:22:18Z</dcterms:modified>
</cp:coreProperties>
</file>